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      <Relationships xmlns="http://schemas.openxmlformats.org/package/2006/relationships">
        <Relationship Id="rId1" Type="http://schemas.openxmlformats.org/officeDocument/2006/relationships/officeDocument" Target="ppt/presentation.xml"/>
      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      <Relationships xmlns="http://schemas.openxmlformats.org/package/2006/relationships">
        <Relationship Id="rId1" Type="http://schemas.openxmlformats.org/officeDocument/2006/relationships/slide" Target="slides/slide1.xml"/>
      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Plan</a:t>
            </a:r>
          </a:p>
        </p:txBody>
        <p:nvSpPr>
          <p:cNvPr id="1" name="Text 1"/>
        </p:nvSpPr>
      </p:sp>
      <p:sp>
        <p:txBody>
          <a:p>
            <a:r>
              <a:t>Launch migration</a:t>
            </a:r>
          </a:p>
        </p:txBody>
        <p:nvSpPr>
          <p:cNvPr id="2" name="Text 2"/>
        </p:nvSpPr>
      </p:sp>
    </p:spTree>
  </p:cSld>
</p:sld>
</file>