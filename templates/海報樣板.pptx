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0275213" cy="42803763"/>
  <p:notesSz cx="7104063" cy="10234613"/>
  <p:defaultTextStyle>
    <a:defPPr>
      <a:defRPr lang="en-US"/>
    </a:defPPr>
    <a:lvl1pPr marL="0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1pPr>
    <a:lvl2pPr marL="1829713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2pPr>
    <a:lvl3pPr marL="3659426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3pPr>
    <a:lvl4pPr marL="5489140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4pPr>
    <a:lvl5pPr marL="7318857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5pPr>
    <a:lvl6pPr marL="9148570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6pPr>
    <a:lvl7pPr marL="10978283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7pPr>
    <a:lvl8pPr marL="12807997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8pPr>
    <a:lvl9pPr marL="14637710" algn="l" defTabSz="1829713" rtl="0" eaLnBrk="1" latinLnBrk="0" hangingPunct="1">
      <a:defRPr sz="72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00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17" autoAdjust="0"/>
    <p:restoredTop sz="94660"/>
  </p:normalViewPr>
  <p:slideViewPr>
    <p:cSldViewPr snapToGrid="0">
      <p:cViewPr varScale="1">
        <p:scale>
          <a:sx n="18" d="100"/>
          <a:sy n="18" d="100"/>
        </p:scale>
        <p:origin x="4266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政廷 劉" userId="f73e5b38ae39f58d" providerId="LiveId" clId="{9BF9AF57-47D9-4F77-9898-EEC91E4E67F9}"/>
    <pc:docChg chg="undo custSel modSld modMainMaster">
      <pc:chgData name="政廷 劉" userId="f73e5b38ae39f58d" providerId="LiveId" clId="{9BF9AF57-47D9-4F77-9898-EEC91E4E67F9}" dt="2026-04-01T12:27:02.506" v="146" actId="1037"/>
      <pc:docMkLst>
        <pc:docMk/>
      </pc:docMkLst>
      <pc:sldChg chg="addSp delSp modSp mod">
        <pc:chgData name="政廷 劉" userId="f73e5b38ae39f58d" providerId="LiveId" clId="{9BF9AF57-47D9-4F77-9898-EEC91E4E67F9}" dt="2026-04-01T12:27:02.506" v="146" actId="1037"/>
        <pc:sldMkLst>
          <pc:docMk/>
          <pc:sldMk cId="2183873042" sldId="256"/>
        </pc:sldMkLst>
        <pc:spChg chg="mod">
          <ac:chgData name="政廷 劉" userId="f73e5b38ae39f58d" providerId="LiveId" clId="{9BF9AF57-47D9-4F77-9898-EEC91E4E67F9}" dt="2026-04-01T12:24:56.310" v="53" actId="404"/>
          <ac:spMkLst>
            <pc:docMk/>
            <pc:sldMk cId="2183873042" sldId="256"/>
            <ac:spMk id="3" creationId="{399D47C6-F902-2E05-CC5F-52AD8C0AC1C7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5" creationId="{199027CA-AB2B-442C-B04A-1591EBE4699F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6" creationId="{30EBFDF2-966C-4744-8A5C-E2D2237EE1D6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8" creationId="{29E9CDE8-7100-4455-AF78-E70CB65A28C5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9" creationId="{54D82C09-9C6B-40AD-B483-17FF84574535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11" creationId="{41AB2AF7-5F85-497C-8D03-7683DECA6B7E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12" creationId="{81088D5A-4776-4A17-9F8E-3B42A1CF4E78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14" creationId="{E5418335-E6DE-40B8-A396-F7600FD41768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15" creationId="{17878DD0-2B0F-45FD-A20E-47395A0D0F89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17" creationId="{88F79493-FFF3-4EBE-BD1C-B34F7CD94562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18" creationId="{62CEFDF4-14C8-405E-9D52-A82F6F361A9A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0" creationId="{35B4DB8F-54DD-4706-85D6-02A6BA2EFE7F}"/>
          </ac:spMkLst>
        </pc:spChg>
        <pc:spChg chg="del">
          <ac:chgData name="政廷 劉" userId="f73e5b38ae39f58d" providerId="LiveId" clId="{9BF9AF57-47D9-4F77-9898-EEC91E4E67F9}" dt="2026-04-01T11:55:13.249" v="6" actId="478"/>
          <ac:spMkLst>
            <pc:docMk/>
            <pc:sldMk cId="2183873042" sldId="256"/>
            <ac:spMk id="21" creationId="{2875CFCA-F7EE-6B88-F074-FB7634D499DF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1" creationId="{D522652D-792E-431B-9D37-BDDC50C37F61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22" creationId="{79AF4FB6-50A0-5DB4-71F8-939BB82B0FD7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3" creationId="{CF81DE4B-F645-4DB1-BA51-2001F9265C28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4" creationId="{EF6C435D-E8C3-419F-8E4B-13099CDE7EA0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6" creationId="{23887773-1C8A-4E6D-B843-B5668856FD1F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7" creationId="{7DA2B5F4-2FC9-4CF8-B965-16D428610564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28" creationId="{FB1AA689-A216-186E-D22D-BE2DFA665B73}"/>
          </ac:spMkLst>
        </pc:spChg>
        <pc:spChg chg="del">
          <ac:chgData name="政廷 劉" userId="f73e5b38ae39f58d" providerId="LiveId" clId="{9BF9AF57-47D9-4F77-9898-EEC91E4E67F9}" dt="2026-04-01T11:55:10.472" v="3" actId="478"/>
          <ac:spMkLst>
            <pc:docMk/>
            <pc:sldMk cId="2183873042" sldId="256"/>
            <ac:spMk id="29" creationId="{4C1A91A0-AE78-9775-B8FD-FC87B5CA6993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29" creationId="{B1490699-8001-4219-835C-1D5E2AEF1F40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30" creationId="{2F74E208-7E23-479F-AB65-397B1D6C80A8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32" creationId="{710A7676-387A-4A0E-A05A-B1267D0DDE0E}"/>
          </ac:spMkLst>
        </pc:spChg>
        <pc:spChg chg="mod">
          <ac:chgData name="政廷 劉" userId="f73e5b38ae39f58d" providerId="LiveId" clId="{9BF9AF57-47D9-4F77-9898-EEC91E4E67F9}" dt="2026-04-01T12:24:42.630" v="48"/>
          <ac:spMkLst>
            <pc:docMk/>
            <pc:sldMk cId="2183873042" sldId="256"/>
            <ac:spMk id="33" creationId="{2234F303-CF5D-42EA-AB57-DD6AE0112D90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34" creationId="{770F0D30-8B23-4390-B56D-4D2E3A3ABD1A}"/>
          </ac:spMkLst>
        </pc:spChg>
        <pc:spChg chg="del">
          <ac:chgData name="政廷 劉" userId="f73e5b38ae39f58d" providerId="LiveId" clId="{9BF9AF57-47D9-4F77-9898-EEC91E4E67F9}" dt="2026-04-01T11:55:12.658" v="5" actId="478"/>
          <ac:spMkLst>
            <pc:docMk/>
            <pc:sldMk cId="2183873042" sldId="256"/>
            <ac:spMk id="34" creationId="{9025B332-796F-66A2-4ADD-04F6B9297A4E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35" creationId="{FAD756B0-2B1F-4CFC-84C0-AA8A2F921768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36" creationId="{6E14100E-1BC2-4B12-AACE-2CF828F48509}"/>
          </ac:spMkLst>
        </pc:spChg>
        <pc:spChg chg="del">
          <ac:chgData name="政廷 劉" userId="f73e5b38ae39f58d" providerId="LiveId" clId="{9BF9AF57-47D9-4F77-9898-EEC91E4E67F9}" dt="2026-04-01T11:55:12.090" v="4" actId="478"/>
          <ac:spMkLst>
            <pc:docMk/>
            <pc:sldMk cId="2183873042" sldId="256"/>
            <ac:spMk id="36" creationId="{D88D39F0-CD5C-730C-82A3-274F46538995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37" creationId="{8BFEA7BD-F074-4C1D-A318-8A670AB6AE72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38" creationId="{13173DEC-042A-4771-7BBD-BCD0E620BAA9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38" creationId="{A89E7263-BF2D-40DA-946D-D37065AE2F7B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39" creationId="{1B0C27A2-A411-3757-B538-1E56D8E60EBB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39" creationId="{1EE476C4-0AF5-4B9D-A43C-EB366D647579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40" creationId="{BBC933D2-F9BC-4240-B727-77AB532BA63B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41" creationId="{F0A2A5B5-A356-4AF4-8144-00A9DAC0A023}"/>
          </ac:spMkLst>
        </pc:spChg>
        <pc:spChg chg="add del mod">
          <ac:chgData name="政廷 劉" userId="f73e5b38ae39f58d" providerId="LiveId" clId="{9BF9AF57-47D9-4F77-9898-EEC91E4E67F9}" dt="2026-04-01T12:24:52.783" v="51"/>
          <ac:spMkLst>
            <pc:docMk/>
            <pc:sldMk cId="2183873042" sldId="256"/>
            <ac:spMk id="42" creationId="{0650DCB2-CD61-4A39-B8E6-91BFBE0F5F39}"/>
          </ac:spMkLst>
        </pc:spChg>
        <pc:spChg chg="mod">
          <ac:chgData name="政廷 劉" userId="f73e5b38ae39f58d" providerId="LiveId" clId="{9BF9AF57-47D9-4F77-9898-EEC91E4E67F9}" dt="2026-04-01T12:25:07.700" v="54"/>
          <ac:spMkLst>
            <pc:docMk/>
            <pc:sldMk cId="2183873042" sldId="256"/>
            <ac:spMk id="44" creationId="{E47D3227-FB25-4BCA-915A-2431E6DB1947}"/>
          </ac:spMkLst>
        </pc:spChg>
        <pc:spChg chg="mod">
          <ac:chgData name="政廷 劉" userId="f73e5b38ae39f58d" providerId="LiveId" clId="{9BF9AF57-47D9-4F77-9898-EEC91E4E67F9}" dt="2026-04-01T12:25:07.700" v="54"/>
          <ac:spMkLst>
            <pc:docMk/>
            <pc:sldMk cId="2183873042" sldId="256"/>
            <ac:spMk id="45" creationId="{30163853-BCA0-4661-83E2-EACE7B678C7A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46" creationId="{1025941E-638A-9FC8-36EF-053A8B7A67CF}"/>
          </ac:spMkLst>
        </pc:spChg>
        <pc:spChg chg="mod">
          <ac:chgData name="政廷 劉" userId="f73e5b38ae39f58d" providerId="LiveId" clId="{9BF9AF57-47D9-4F77-9898-EEC91E4E67F9}" dt="2026-04-01T12:25:07.700" v="54"/>
          <ac:spMkLst>
            <pc:docMk/>
            <pc:sldMk cId="2183873042" sldId="256"/>
            <ac:spMk id="47" creationId="{3FE14A85-8073-46E5-8409-EB9C66DCD108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47" creationId="{5F647CD2-3878-ED57-53C2-DF45184D3EAD}"/>
          </ac:spMkLst>
        </pc:spChg>
        <pc:spChg chg="mod">
          <ac:chgData name="政廷 劉" userId="f73e5b38ae39f58d" providerId="LiveId" clId="{9BF9AF57-47D9-4F77-9898-EEC91E4E67F9}" dt="2026-04-01T12:25:21.521" v="58" actId="14100"/>
          <ac:spMkLst>
            <pc:docMk/>
            <pc:sldMk cId="2183873042" sldId="256"/>
            <ac:spMk id="49" creationId="{9D0076D0-8E84-4A94-95E5-47D632236F8F}"/>
          </ac:spMkLst>
        </pc:spChg>
        <pc:spChg chg="del">
          <ac:chgData name="政廷 劉" userId="f73e5b38ae39f58d" providerId="LiveId" clId="{9BF9AF57-47D9-4F77-9898-EEC91E4E67F9}" dt="2026-04-01T11:55:15.880" v="7" actId="478"/>
          <ac:spMkLst>
            <pc:docMk/>
            <pc:sldMk cId="2183873042" sldId="256"/>
            <ac:spMk id="49" creationId="{EDCB1C0F-085D-1A61-46A7-1608DC016AE1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50" creationId="{6ED8273A-673C-4932-85BD-90541C1F05BC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51" creationId="{81799945-18C3-44CC-88BF-00E8BA107D32}"/>
          </ac:spMkLst>
        </pc:spChg>
        <pc:spChg chg="mod">
          <ac:chgData name="政廷 劉" userId="f73e5b38ae39f58d" providerId="LiveId" clId="{9BF9AF57-47D9-4F77-9898-EEC91E4E67F9}" dt="2026-04-01T12:25:30.015" v="59"/>
          <ac:spMkLst>
            <pc:docMk/>
            <pc:sldMk cId="2183873042" sldId="256"/>
            <ac:spMk id="53" creationId="{498C0E70-842C-4E3E-9B25-6A6F52E47958}"/>
          </ac:spMkLst>
        </pc:spChg>
        <pc:spChg chg="mod">
          <ac:chgData name="政廷 劉" userId="f73e5b38ae39f58d" providerId="LiveId" clId="{9BF9AF57-47D9-4F77-9898-EEC91E4E67F9}" dt="2026-04-01T12:25:30.015" v="59"/>
          <ac:spMkLst>
            <pc:docMk/>
            <pc:sldMk cId="2183873042" sldId="256"/>
            <ac:spMk id="54" creationId="{A4521C95-E58B-4CE6-98C1-2AEBB6F645CE}"/>
          </ac:spMkLst>
        </pc:spChg>
        <pc:spChg chg="mod">
          <ac:chgData name="政廷 劉" userId="f73e5b38ae39f58d" providerId="LiveId" clId="{9BF9AF57-47D9-4F77-9898-EEC91E4E67F9}" dt="2026-04-01T12:25:30.015" v="59"/>
          <ac:spMkLst>
            <pc:docMk/>
            <pc:sldMk cId="2183873042" sldId="256"/>
            <ac:spMk id="56" creationId="{90EDA64F-79BE-4463-9660-0EA09841B267}"/>
          </ac:spMkLst>
        </pc:spChg>
        <pc:spChg chg="mod">
          <ac:chgData name="政廷 劉" userId="f73e5b38ae39f58d" providerId="LiveId" clId="{9BF9AF57-47D9-4F77-9898-EEC91E4E67F9}" dt="2026-04-01T12:25:37.402" v="61" actId="14100"/>
          <ac:spMkLst>
            <pc:docMk/>
            <pc:sldMk cId="2183873042" sldId="256"/>
            <ac:spMk id="57" creationId="{B37FF2EE-07B7-4CCC-A64A-17F2B9064C23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58" creationId="{43CE9A3E-B3AB-4A72-BD83-D9AE055CF329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59" creationId="{93A6C60C-28B0-419A-BD9A-47BCAAF7D15A}"/>
          </ac:spMkLst>
        </pc:spChg>
        <pc:spChg chg="mod">
          <ac:chgData name="政廷 劉" userId="f73e5b38ae39f58d" providerId="LiveId" clId="{9BF9AF57-47D9-4F77-9898-EEC91E4E67F9}" dt="2026-04-01T12:25:45.983" v="62"/>
          <ac:spMkLst>
            <pc:docMk/>
            <pc:sldMk cId="2183873042" sldId="256"/>
            <ac:spMk id="61" creationId="{C4640E65-846E-4984-A77F-5FC5DF50A011}"/>
          </ac:spMkLst>
        </pc:spChg>
        <pc:spChg chg="mod">
          <ac:chgData name="政廷 劉" userId="f73e5b38ae39f58d" providerId="LiveId" clId="{9BF9AF57-47D9-4F77-9898-EEC91E4E67F9}" dt="2026-04-01T12:25:45.983" v="62"/>
          <ac:spMkLst>
            <pc:docMk/>
            <pc:sldMk cId="2183873042" sldId="256"/>
            <ac:spMk id="62" creationId="{D46E39EB-C4AA-4350-ADBF-71AC4B4DD94B}"/>
          </ac:spMkLst>
        </pc:spChg>
        <pc:spChg chg="mod">
          <ac:chgData name="政廷 劉" userId="f73e5b38ae39f58d" providerId="LiveId" clId="{9BF9AF57-47D9-4F77-9898-EEC91E4E67F9}" dt="2026-04-01T12:25:45.983" v="62"/>
          <ac:spMkLst>
            <pc:docMk/>
            <pc:sldMk cId="2183873042" sldId="256"/>
            <ac:spMk id="64" creationId="{5971537D-EB3D-47E6-86FE-72407DC8EA96}"/>
          </ac:spMkLst>
        </pc:spChg>
        <pc:spChg chg="mod">
          <ac:chgData name="政廷 劉" userId="f73e5b38ae39f58d" providerId="LiveId" clId="{9BF9AF57-47D9-4F77-9898-EEC91E4E67F9}" dt="2026-04-01T12:25:45.983" v="62"/>
          <ac:spMkLst>
            <pc:docMk/>
            <pc:sldMk cId="2183873042" sldId="256"/>
            <ac:spMk id="65" creationId="{683B9749-774B-4D84-94B3-FEC54B99C517}"/>
          </ac:spMkLst>
        </pc:spChg>
        <pc:spChg chg="add del mod">
          <ac:chgData name="政廷 劉" userId="f73e5b38ae39f58d" providerId="LiveId" clId="{9BF9AF57-47D9-4F77-9898-EEC91E4E67F9}" dt="2026-04-01T12:25:50.228" v="67"/>
          <ac:spMkLst>
            <pc:docMk/>
            <pc:sldMk cId="2183873042" sldId="256"/>
            <ac:spMk id="66" creationId="{2F665450-2B98-4CE4-8B8F-4562CD44B23B}"/>
          </ac:spMkLst>
        </pc:spChg>
        <pc:spChg chg="add del mod">
          <ac:chgData name="政廷 劉" userId="f73e5b38ae39f58d" providerId="LiveId" clId="{9BF9AF57-47D9-4F77-9898-EEC91E4E67F9}" dt="2026-04-01T12:25:50.228" v="67"/>
          <ac:spMkLst>
            <pc:docMk/>
            <pc:sldMk cId="2183873042" sldId="256"/>
            <ac:spMk id="67" creationId="{A968BB4B-01B6-4E89-9B16-221898D80390}"/>
          </ac:spMkLst>
        </pc:spChg>
        <pc:spChg chg="add del mod">
          <ac:chgData name="政廷 劉" userId="f73e5b38ae39f58d" providerId="LiveId" clId="{9BF9AF57-47D9-4F77-9898-EEC91E4E67F9}" dt="2026-04-01T12:25:50.228" v="67"/>
          <ac:spMkLst>
            <pc:docMk/>
            <pc:sldMk cId="2183873042" sldId="256"/>
            <ac:spMk id="68" creationId="{280691EE-E881-48C1-848B-D75280DA4421}"/>
          </ac:spMkLst>
        </pc:spChg>
        <pc:spChg chg="mod">
          <ac:chgData name="政廷 劉" userId="f73e5b38ae39f58d" providerId="LiveId" clId="{9BF9AF57-47D9-4F77-9898-EEC91E4E67F9}" dt="2026-04-01T12:25:51.036" v="68"/>
          <ac:spMkLst>
            <pc:docMk/>
            <pc:sldMk cId="2183873042" sldId="256"/>
            <ac:spMk id="70" creationId="{B018FDD8-DB4A-4B64-BC4D-1CE297DBD55E}"/>
          </ac:spMkLst>
        </pc:spChg>
        <pc:spChg chg="mod">
          <ac:chgData name="政廷 劉" userId="f73e5b38ae39f58d" providerId="LiveId" clId="{9BF9AF57-47D9-4F77-9898-EEC91E4E67F9}" dt="2026-04-01T12:25:51.036" v="68"/>
          <ac:spMkLst>
            <pc:docMk/>
            <pc:sldMk cId="2183873042" sldId="256"/>
            <ac:spMk id="71" creationId="{E9C8AE3E-1024-4B4A-93A1-A92DFF807B6A}"/>
          </ac:spMkLst>
        </pc:spChg>
        <pc:spChg chg="mod">
          <ac:chgData name="政廷 劉" userId="f73e5b38ae39f58d" providerId="LiveId" clId="{9BF9AF57-47D9-4F77-9898-EEC91E4E67F9}" dt="2026-04-01T12:25:51.036" v="68"/>
          <ac:spMkLst>
            <pc:docMk/>
            <pc:sldMk cId="2183873042" sldId="256"/>
            <ac:spMk id="73" creationId="{E891C046-8C76-4E7D-89D6-D4BE201BA94B}"/>
          </ac:spMkLst>
        </pc:spChg>
        <pc:spChg chg="mod">
          <ac:chgData name="政廷 劉" userId="f73e5b38ae39f58d" providerId="LiveId" clId="{9BF9AF57-47D9-4F77-9898-EEC91E4E67F9}" dt="2026-04-01T12:25:58.189" v="70" actId="14100"/>
          <ac:spMkLst>
            <pc:docMk/>
            <pc:sldMk cId="2183873042" sldId="256"/>
            <ac:spMk id="74" creationId="{975D6110-0834-40CF-A24D-0AE86825B9E3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75" creationId="{77925A80-B194-4E15-9C8F-F7581B834A60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76" creationId="{3899D6BC-94D4-4EF1-85C6-7F307768B4EA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77" creationId="{7A1B5741-CE31-466E-ABD5-A1C823E67499}"/>
          </ac:spMkLst>
        </pc:spChg>
        <pc:spChg chg="mod">
          <ac:chgData name="政廷 劉" userId="f73e5b38ae39f58d" providerId="LiveId" clId="{9BF9AF57-47D9-4F77-9898-EEC91E4E67F9}" dt="2026-04-01T12:26:39.718" v="127"/>
          <ac:spMkLst>
            <pc:docMk/>
            <pc:sldMk cId="2183873042" sldId="256"/>
            <ac:spMk id="79" creationId="{EE6620CD-ADF9-4D98-A02D-CDABB9CBA646}"/>
          </ac:spMkLst>
        </pc:spChg>
        <pc:spChg chg="mod">
          <ac:chgData name="政廷 劉" userId="f73e5b38ae39f58d" providerId="LiveId" clId="{9BF9AF57-47D9-4F77-9898-EEC91E4E67F9}" dt="2026-04-01T12:26:39.718" v="127"/>
          <ac:spMkLst>
            <pc:docMk/>
            <pc:sldMk cId="2183873042" sldId="256"/>
            <ac:spMk id="80" creationId="{95CEAA70-5A5D-4E8E-B01B-33237C184CF5}"/>
          </ac:spMkLst>
        </pc:spChg>
        <pc:spChg chg="mod">
          <ac:chgData name="政廷 劉" userId="f73e5b38ae39f58d" providerId="LiveId" clId="{9BF9AF57-47D9-4F77-9898-EEC91E4E67F9}" dt="2026-04-01T12:26:39.718" v="127"/>
          <ac:spMkLst>
            <pc:docMk/>
            <pc:sldMk cId="2183873042" sldId="256"/>
            <ac:spMk id="82" creationId="{1020D731-9AD7-4E0E-8F0B-2EFF50BCC71B}"/>
          </ac:spMkLst>
        </pc:spChg>
        <pc:spChg chg="mod">
          <ac:chgData name="政廷 劉" userId="f73e5b38ae39f58d" providerId="LiveId" clId="{9BF9AF57-47D9-4F77-9898-EEC91E4E67F9}" dt="2026-04-01T12:26:44.725" v="128" actId="14100"/>
          <ac:spMkLst>
            <pc:docMk/>
            <pc:sldMk cId="2183873042" sldId="256"/>
            <ac:spMk id="83" creationId="{F2A881C2-910D-434D-8BE4-50D1E6F25EF1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84" creationId="{13A0E5C6-AAAE-45E8-A794-7BFDB12E50B8}"/>
          </ac:spMkLst>
        </pc:spChg>
        <pc:spChg chg="mod">
          <ac:chgData name="政廷 劉" userId="f73e5b38ae39f58d" providerId="LiveId" clId="{9BF9AF57-47D9-4F77-9898-EEC91E4E67F9}" dt="2026-04-01T12:26:50.021" v="129"/>
          <ac:spMkLst>
            <pc:docMk/>
            <pc:sldMk cId="2183873042" sldId="256"/>
            <ac:spMk id="86" creationId="{F18D7195-2EAC-4CA3-A999-4471522582F2}"/>
          </ac:spMkLst>
        </pc:spChg>
        <pc:spChg chg="mod">
          <ac:chgData name="政廷 劉" userId="f73e5b38ae39f58d" providerId="LiveId" clId="{9BF9AF57-47D9-4F77-9898-EEC91E4E67F9}" dt="2026-04-01T12:26:50.021" v="129"/>
          <ac:spMkLst>
            <pc:docMk/>
            <pc:sldMk cId="2183873042" sldId="256"/>
            <ac:spMk id="87" creationId="{33039C11-3A1A-446D-9087-40EBE0F27B6D}"/>
          </ac:spMkLst>
        </pc:spChg>
        <pc:spChg chg="mod">
          <ac:chgData name="政廷 劉" userId="f73e5b38ae39f58d" providerId="LiveId" clId="{9BF9AF57-47D9-4F77-9898-EEC91E4E67F9}" dt="2026-04-01T12:26:50.021" v="129"/>
          <ac:spMkLst>
            <pc:docMk/>
            <pc:sldMk cId="2183873042" sldId="256"/>
            <ac:spMk id="89" creationId="{1230363A-5702-401C-B2ED-2F96412EF369}"/>
          </ac:spMkLst>
        </pc:spChg>
        <pc:spChg chg="mod">
          <ac:chgData name="政廷 劉" userId="f73e5b38ae39f58d" providerId="LiveId" clId="{9BF9AF57-47D9-4F77-9898-EEC91E4E67F9}" dt="2026-04-01T12:26:53.097" v="130" actId="14100"/>
          <ac:spMkLst>
            <pc:docMk/>
            <pc:sldMk cId="2183873042" sldId="256"/>
            <ac:spMk id="90" creationId="{069C8516-7931-46E0-8B6B-888D91D64A28}"/>
          </ac:spMkLst>
        </pc:spChg>
        <pc:spChg chg="add mod">
          <ac:chgData name="政廷 劉" userId="f73e5b38ae39f58d" providerId="LiveId" clId="{9BF9AF57-47D9-4F77-9898-EEC91E4E67F9}" dt="2026-04-01T12:27:02.506" v="146" actId="1037"/>
          <ac:spMkLst>
            <pc:docMk/>
            <pc:sldMk cId="2183873042" sldId="256"/>
            <ac:spMk id="91" creationId="{4C17088F-0E5F-4218-AED4-7CA87A893BBF}"/>
          </ac:spMkLst>
        </pc:s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4" creationId="{04E208A6-DB88-46D4-BAEF-024E4405686D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7" creationId="{1427B3AC-449E-49F4-A096-2306B46C50E3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10" creationId="{E708A669-42DC-43AE-8942-C825EE6D0F82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13" creationId="{8C9523F3-DE55-4B2F-94FE-44F126F35403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16" creationId="{74457930-DE9B-42C0-9E82-8C46E490D9AC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19" creationId="{4E2E348C-D974-46D8-A394-0796E77550C3}"/>
          </ac:grpSpMkLst>
        </pc:grpChg>
        <pc:grpChg chg="del">
          <ac:chgData name="政廷 劉" userId="f73e5b38ae39f58d" providerId="LiveId" clId="{9BF9AF57-47D9-4F77-9898-EEC91E4E67F9}" dt="2026-04-01T11:55:09.330" v="2" actId="478"/>
          <ac:grpSpMkLst>
            <pc:docMk/>
            <pc:sldMk cId="2183873042" sldId="256"/>
            <ac:grpSpMk id="19" creationId="{9A060B25-FDAD-4F40-DDFD-465C4DC322CF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22" creationId="{08B18857-89C1-446F-9301-AD725951CC70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25" creationId="{6DBB1ACD-302E-4C8B-88C9-1EFFC6AEDF2B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28" creationId="{B318DB79-F417-4F0B-A71C-91BBF4D56291}"/>
          </ac:grpSpMkLst>
        </pc:grpChg>
        <pc:grpChg chg="add del mod">
          <ac:chgData name="政廷 劉" userId="f73e5b38ae39f58d" providerId="LiveId" clId="{9BF9AF57-47D9-4F77-9898-EEC91E4E67F9}" dt="2026-04-01T12:24:52.783" v="51"/>
          <ac:grpSpMkLst>
            <pc:docMk/>
            <pc:sldMk cId="2183873042" sldId="256"/>
            <ac:grpSpMk id="31" creationId="{F0F6A258-B121-4B23-9F48-9153280DE6EB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43" creationId="{E5E166A5-17F5-4858-A080-CC5C8C295B20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46" creationId="{F5D03DFF-9F84-44DD-876E-DEE1CF581399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52" creationId="{73258C81-EC57-4436-9ECD-4B3AC80392D3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55" creationId="{72BCC864-74F2-4922-8950-AB26BB524745}"/>
          </ac:grpSpMkLst>
        </pc:grpChg>
        <pc:grpChg chg="add del mod">
          <ac:chgData name="政廷 劉" userId="f73e5b38ae39f58d" providerId="LiveId" clId="{9BF9AF57-47D9-4F77-9898-EEC91E4E67F9}" dt="2026-04-01T12:25:50.228" v="67"/>
          <ac:grpSpMkLst>
            <pc:docMk/>
            <pc:sldMk cId="2183873042" sldId="256"/>
            <ac:grpSpMk id="60" creationId="{7E31CB45-2DE5-4911-A640-6DFBA754C201}"/>
          </ac:grpSpMkLst>
        </pc:grpChg>
        <pc:grpChg chg="add del mod">
          <ac:chgData name="政廷 劉" userId="f73e5b38ae39f58d" providerId="LiveId" clId="{9BF9AF57-47D9-4F77-9898-EEC91E4E67F9}" dt="2026-04-01T12:25:50.228" v="67"/>
          <ac:grpSpMkLst>
            <pc:docMk/>
            <pc:sldMk cId="2183873042" sldId="256"/>
            <ac:grpSpMk id="63" creationId="{3E1B9FB8-7E11-4617-97CD-C650D3EC26F3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69" creationId="{BD543FA5-CFDD-402F-9D48-3522FBE07462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72" creationId="{B23BE65D-7B88-419B-ABB9-D9F6248A0867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78" creationId="{CC25FA33-403F-4A34-8526-B24D2280A560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81" creationId="{5143EDC1-2B7E-448C-B522-28FA693B3402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85" creationId="{1F14F6B1-F4A3-4F42-BE99-1ED9FA3D9125}"/>
          </ac:grpSpMkLst>
        </pc:grpChg>
        <pc:grpChg chg="add mod">
          <ac:chgData name="政廷 劉" userId="f73e5b38ae39f58d" providerId="LiveId" clId="{9BF9AF57-47D9-4F77-9898-EEC91E4E67F9}" dt="2026-04-01T12:27:02.506" v="146" actId="1037"/>
          <ac:grpSpMkLst>
            <pc:docMk/>
            <pc:sldMk cId="2183873042" sldId="256"/>
            <ac:grpSpMk id="88" creationId="{4E455582-91FC-480C-B1B8-B59EA1BA89A5}"/>
          </ac:grpSpMkLst>
        </pc:grpChg>
        <pc:picChg chg="del">
          <ac:chgData name="政廷 劉" userId="f73e5b38ae39f58d" providerId="LiveId" clId="{9BF9AF57-47D9-4F77-9898-EEC91E4E67F9}" dt="2026-04-01T11:55:15.880" v="7" actId="478"/>
          <ac:picMkLst>
            <pc:docMk/>
            <pc:sldMk cId="2183873042" sldId="256"/>
            <ac:picMk id="2" creationId="{B012656F-DF3C-8F92-72D0-14B7046674C5}"/>
          </ac:picMkLst>
        </pc:picChg>
        <pc:picChg chg="del">
          <ac:chgData name="政廷 劉" userId="f73e5b38ae39f58d" providerId="LiveId" clId="{9BF9AF57-47D9-4F77-9898-EEC91E4E67F9}" dt="2026-04-01T11:55:15.880" v="7" actId="478"/>
          <ac:picMkLst>
            <pc:docMk/>
            <pc:sldMk cId="2183873042" sldId="256"/>
            <ac:picMk id="5" creationId="{F49948CC-2D6E-49E8-0743-00F51D0D9425}"/>
          </ac:picMkLst>
        </pc:picChg>
        <pc:picChg chg="del">
          <ac:chgData name="政廷 劉" userId="f73e5b38ae39f58d" providerId="LiveId" clId="{9BF9AF57-47D9-4F77-9898-EEC91E4E67F9}" dt="2026-04-01T11:55:15.880" v="7" actId="478"/>
          <ac:picMkLst>
            <pc:docMk/>
            <pc:sldMk cId="2183873042" sldId="256"/>
            <ac:picMk id="8" creationId="{C6971B1A-C23B-1F9B-3978-8BB8B528C264}"/>
          </ac:picMkLst>
        </pc:picChg>
        <pc:picChg chg="del">
          <ac:chgData name="政廷 劉" userId="f73e5b38ae39f58d" providerId="LiveId" clId="{9BF9AF57-47D9-4F77-9898-EEC91E4E67F9}" dt="2026-04-01T11:55:15.880" v="7" actId="478"/>
          <ac:picMkLst>
            <pc:docMk/>
            <pc:sldMk cId="2183873042" sldId="256"/>
            <ac:picMk id="9" creationId="{01250870-AC52-98A8-08D9-F36B7617332E}"/>
          </ac:picMkLst>
        </pc:picChg>
        <pc:picChg chg="del">
          <ac:chgData name="政廷 劉" userId="f73e5b38ae39f58d" providerId="LiveId" clId="{9BF9AF57-47D9-4F77-9898-EEC91E4E67F9}" dt="2026-04-01T11:55:15.880" v="7" actId="478"/>
          <ac:picMkLst>
            <pc:docMk/>
            <pc:sldMk cId="2183873042" sldId="256"/>
            <ac:picMk id="45" creationId="{0796EA4D-F9AD-90DD-B7E9-67844E326C54}"/>
          </ac:picMkLst>
        </pc:picChg>
      </pc:sldChg>
      <pc:sldMasterChg chg="delSp modSp mod modSldLayout">
        <pc:chgData name="政廷 劉" userId="f73e5b38ae39f58d" providerId="LiveId" clId="{9BF9AF57-47D9-4F77-9898-EEC91E4E67F9}" dt="2026-04-01T11:57:41.114" v="35" actId="14100"/>
        <pc:sldMasterMkLst>
          <pc:docMk/>
          <pc:sldMasterMk cId="277694075" sldId="2147483660"/>
        </pc:sldMasterMkLst>
        <pc:spChg chg="del">
          <ac:chgData name="政廷 劉" userId="f73e5b38ae39f58d" providerId="LiveId" clId="{9BF9AF57-47D9-4F77-9898-EEC91E4E67F9}" dt="2026-04-01T11:55:35.523" v="29" actId="478"/>
          <ac:spMkLst>
            <pc:docMk/>
            <pc:sldMasterMk cId="277694075" sldId="2147483660"/>
            <ac:spMk id="2" creationId="{00000000-0000-0000-0000-000000000000}"/>
          </ac:spMkLst>
        </pc:spChg>
        <pc:spChg chg="del">
          <ac:chgData name="政廷 劉" userId="f73e5b38ae39f58d" providerId="LiveId" clId="{9BF9AF57-47D9-4F77-9898-EEC91E4E67F9}" dt="2026-04-01T11:55:36.500" v="30" actId="478"/>
          <ac:spMkLst>
            <pc:docMk/>
            <pc:sldMasterMk cId="277694075" sldId="2147483660"/>
            <ac:spMk id="3" creationId="{00000000-0000-0000-0000-000000000000}"/>
          </ac:spMkLst>
        </pc:spChg>
        <pc:picChg chg="mod">
          <ac:chgData name="政廷 劉" userId="f73e5b38ae39f58d" providerId="LiveId" clId="{9BF9AF57-47D9-4F77-9898-EEC91E4E67F9}" dt="2026-04-01T11:57:41.114" v="35" actId="14100"/>
          <ac:picMkLst>
            <pc:docMk/>
            <pc:sldMasterMk cId="277694075" sldId="2147483660"/>
            <ac:picMk id="7" creationId="{52A57E52-2FC7-3B7F-0E3F-683A37404DAE}"/>
          </ac:picMkLst>
        </pc:picChg>
        <pc:sldLayoutChg chg="delSp modSp mod">
          <pc:chgData name="政廷 劉" userId="f73e5b38ae39f58d" providerId="LiveId" clId="{9BF9AF57-47D9-4F77-9898-EEC91E4E67F9}" dt="2026-04-01T11:55:01.665" v="1" actId="478"/>
          <pc:sldLayoutMkLst>
            <pc:docMk/>
            <pc:sldMasterMk cId="277694075" sldId="2147483660"/>
            <pc:sldLayoutMk cId="1479165453" sldId="2147483661"/>
          </pc:sldLayoutMkLst>
          <pc:spChg chg="del mod">
            <ac:chgData name="政廷 劉" userId="f73e5b38ae39f58d" providerId="LiveId" clId="{9BF9AF57-47D9-4F77-9898-EEC91E4E67F9}" dt="2026-04-01T11:55:01.665" v="1" actId="478"/>
            <ac:spMkLst>
              <pc:docMk/>
              <pc:sldMasterMk cId="277694075" sldId="2147483660"/>
              <pc:sldLayoutMk cId="1479165453" sldId="2147483661"/>
              <ac:spMk id="2" creationId="{00000000-0000-0000-0000-000000000000}"/>
            </ac:spMkLst>
          </pc:spChg>
        </pc:sldLayoutChg>
      </pc:sldMasterChg>
    </pc:docChg>
  </pc:docChgLst>
  <pc:docChgLst>
    <pc:chgData name="政廷 劉" userId="f73e5b38ae39f58d" providerId="LiveId" clId="{8F793C3B-778C-492A-9F7F-1A363EDBE8EB}"/>
    <pc:docChg chg="custSel modSld">
      <pc:chgData name="政廷 劉" userId="f73e5b38ae39f58d" providerId="LiveId" clId="{8F793C3B-778C-492A-9F7F-1A363EDBE8EB}" dt="2025-11-12T07:48:28.540" v="52" actId="113"/>
      <pc:docMkLst>
        <pc:docMk/>
      </pc:docMkLst>
      <pc:sldChg chg="addSp delSp modSp mod">
        <pc:chgData name="政廷 劉" userId="f73e5b38ae39f58d" providerId="LiveId" clId="{8F793C3B-778C-492A-9F7F-1A363EDBE8EB}" dt="2025-11-12T07:48:28.540" v="52" actId="113"/>
        <pc:sldMkLst>
          <pc:docMk/>
          <pc:sldMk cId="2183873042" sldId="256"/>
        </pc:sldMkLst>
        <pc:spChg chg="mod">
          <ac:chgData name="政廷 劉" userId="f73e5b38ae39f58d" providerId="LiveId" clId="{8F793C3B-778C-492A-9F7F-1A363EDBE8EB}" dt="2025-11-12T07:48:28.540" v="52" actId="113"/>
          <ac:spMkLst>
            <pc:docMk/>
            <pc:sldMk cId="2183873042" sldId="256"/>
            <ac:spMk id="3" creationId="{399D47C6-F902-2E05-CC5F-52AD8C0AC1C7}"/>
          </ac:spMkLst>
        </pc:spChg>
        <pc:spChg chg="mod">
          <ac:chgData name="政廷 劉" userId="f73e5b38ae39f58d" providerId="LiveId" clId="{8F793C3B-778C-492A-9F7F-1A363EDBE8EB}" dt="2025-11-12T07:45:08.786" v="23" actId="208"/>
          <ac:spMkLst>
            <pc:docMk/>
            <pc:sldMk cId="2183873042" sldId="256"/>
            <ac:spMk id="12" creationId="{36585881-E314-9967-F9D8-86569B6EFFCB}"/>
          </ac:spMkLst>
        </pc:spChg>
        <pc:spChg chg="mod">
          <ac:chgData name="政廷 劉" userId="f73e5b38ae39f58d" providerId="LiveId" clId="{8F793C3B-778C-492A-9F7F-1A363EDBE8EB}" dt="2025-11-12T07:45:08.786" v="23" actId="208"/>
          <ac:spMkLst>
            <pc:docMk/>
            <pc:sldMk cId="2183873042" sldId="256"/>
            <ac:spMk id="13" creationId="{CEB26167-887D-69DA-FAC6-7869B1F995A2}"/>
          </ac:spMkLst>
        </pc:spChg>
        <pc:spChg chg="mod">
          <ac:chgData name="政廷 劉" userId="f73e5b38ae39f58d" providerId="LiveId" clId="{8F793C3B-778C-492A-9F7F-1A363EDBE8EB}" dt="2025-11-12T07:45:25.961" v="47" actId="208"/>
          <ac:spMkLst>
            <pc:docMk/>
            <pc:sldMk cId="2183873042" sldId="256"/>
            <ac:spMk id="21" creationId="{2875CFCA-F7EE-6B88-F074-FB7634D499DF}"/>
          </ac:spMkLst>
        </pc:spChg>
        <pc:spChg chg="mod">
          <ac:chgData name="政廷 劉" userId="f73e5b38ae39f58d" providerId="LiveId" clId="{8F793C3B-778C-492A-9F7F-1A363EDBE8EB}" dt="2025-11-12T07:45:23.241" v="46" actId="207"/>
          <ac:spMkLst>
            <pc:docMk/>
            <pc:sldMk cId="2183873042" sldId="256"/>
            <ac:spMk id="22" creationId="{79AF4FB6-50A0-5DB4-71F8-939BB82B0FD7}"/>
          </ac:spMkLst>
        </pc:spChg>
        <pc:spChg chg="mod">
          <ac:chgData name="政廷 劉" userId="f73e5b38ae39f58d" providerId="LiveId" clId="{8F793C3B-778C-492A-9F7F-1A363EDBE8EB}" dt="2025-11-12T07:41:40.023" v="3" actId="20577"/>
          <ac:spMkLst>
            <pc:docMk/>
            <pc:sldMk cId="2183873042" sldId="256"/>
            <ac:spMk id="28" creationId="{FB1AA689-A216-186E-D22D-BE2DFA665B73}"/>
          </ac:spMkLst>
        </pc:spChg>
        <pc:spChg chg="mod">
          <ac:chgData name="政廷 劉" userId="f73e5b38ae39f58d" providerId="LiveId" clId="{8F793C3B-778C-492A-9F7F-1A363EDBE8EB}" dt="2025-11-12T07:45:15.629" v="43" actId="1036"/>
          <ac:spMkLst>
            <pc:docMk/>
            <pc:sldMk cId="2183873042" sldId="256"/>
            <ac:spMk id="29" creationId="{4C1A91A0-AE78-9775-B8FD-FC87B5CA6993}"/>
          </ac:spMkLst>
        </pc:spChg>
        <pc:spChg chg="mod">
          <ac:chgData name="政廷 劉" userId="f73e5b38ae39f58d" providerId="LiveId" clId="{8F793C3B-778C-492A-9F7F-1A363EDBE8EB}" dt="2025-11-12T07:45:21.519" v="45" actId="208"/>
          <ac:spMkLst>
            <pc:docMk/>
            <pc:sldMk cId="2183873042" sldId="256"/>
            <ac:spMk id="34" creationId="{9025B332-796F-66A2-4ADD-04F6B9297A4E}"/>
          </ac:spMkLst>
        </pc:spChg>
        <pc:spChg chg="mod">
          <ac:chgData name="政廷 劉" userId="f73e5b38ae39f58d" providerId="LiveId" clId="{8F793C3B-778C-492A-9F7F-1A363EDBE8EB}" dt="2025-11-12T07:45:19.659" v="44" actId="207"/>
          <ac:spMkLst>
            <pc:docMk/>
            <pc:sldMk cId="2183873042" sldId="256"/>
            <ac:spMk id="36" creationId="{D88D39F0-CD5C-730C-82A3-274F46538995}"/>
          </ac:spMkLst>
        </pc:spChg>
        <pc:spChg chg="mod">
          <ac:chgData name="政廷 劉" userId="f73e5b38ae39f58d" providerId="LiveId" clId="{8F793C3B-778C-492A-9F7F-1A363EDBE8EB}" dt="2025-11-12T07:45:30.807" v="49" actId="208"/>
          <ac:spMkLst>
            <pc:docMk/>
            <pc:sldMk cId="2183873042" sldId="256"/>
            <ac:spMk id="38" creationId="{13173DEC-042A-4771-7BBD-BCD0E620BAA9}"/>
          </ac:spMkLst>
        </pc:spChg>
        <pc:spChg chg="mod">
          <ac:chgData name="政廷 劉" userId="f73e5b38ae39f58d" providerId="LiveId" clId="{8F793C3B-778C-492A-9F7F-1A363EDBE8EB}" dt="2025-11-12T07:45:28.376" v="48" actId="207"/>
          <ac:spMkLst>
            <pc:docMk/>
            <pc:sldMk cId="2183873042" sldId="256"/>
            <ac:spMk id="39" creationId="{1B0C27A2-A411-3757-B538-1E56D8E60EBB}"/>
          </ac:spMkLst>
        </pc:spChg>
        <pc:spChg chg="mod">
          <ac:chgData name="政廷 劉" userId="f73e5b38ae39f58d" providerId="LiveId" clId="{8F793C3B-778C-492A-9F7F-1A363EDBE8EB}" dt="2025-11-12T07:45:35.019" v="51" actId="208"/>
          <ac:spMkLst>
            <pc:docMk/>
            <pc:sldMk cId="2183873042" sldId="256"/>
            <ac:spMk id="46" creationId="{1025941E-638A-9FC8-36EF-053A8B7A67CF}"/>
          </ac:spMkLst>
        </pc:spChg>
        <pc:spChg chg="mod">
          <ac:chgData name="政廷 劉" userId="f73e5b38ae39f58d" providerId="LiveId" clId="{8F793C3B-778C-492A-9F7F-1A363EDBE8EB}" dt="2025-11-12T07:45:33.367" v="50" actId="207"/>
          <ac:spMkLst>
            <pc:docMk/>
            <pc:sldMk cId="2183873042" sldId="256"/>
            <ac:spMk id="47" creationId="{5F647CD2-3878-ED57-53C2-DF45184D3EAD}"/>
          </ac:spMkLst>
        </pc:spChg>
        <pc:picChg chg="add mod modCrop">
          <ac:chgData name="政廷 劉" userId="f73e5b38ae39f58d" providerId="LiveId" clId="{8F793C3B-778C-492A-9F7F-1A363EDBE8EB}" dt="2025-11-12T07:43:08.969" v="21" actId="14100"/>
          <ac:picMkLst>
            <pc:docMk/>
            <pc:sldMk cId="2183873042" sldId="256"/>
            <ac:picMk id="5" creationId="{F49948CC-2D6E-49E8-0743-00F51D0D9425}"/>
          </ac:picMkLst>
        </pc:picChg>
        <pc:picChg chg="del mod">
          <ac:chgData name="政廷 劉" userId="f73e5b38ae39f58d" providerId="LiveId" clId="{8F793C3B-778C-492A-9F7F-1A363EDBE8EB}" dt="2025-11-12T07:34:59.020" v="2" actId="478"/>
          <ac:picMkLst>
            <pc:docMk/>
            <pc:sldMk cId="2183873042" sldId="256"/>
            <ac:picMk id="44" creationId="{498962DD-FF85-9C1B-D5C3-F85D400A03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6" y="22481892"/>
            <a:ext cx="22706410" cy="103343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4291"/>
            </a:lvl1pPr>
            <a:lvl2pPr marL="6533114" indent="0" algn="ctr">
              <a:buNone/>
              <a:defRPr sz="28575"/>
            </a:lvl2pPr>
            <a:lvl3pPr marL="13066237" indent="0" algn="ctr">
              <a:buNone/>
              <a:defRPr sz="25719"/>
            </a:lvl3pPr>
            <a:lvl4pPr marL="19599369" indent="0" algn="ctr">
              <a:buNone/>
              <a:defRPr sz="22867"/>
            </a:lvl4pPr>
            <a:lvl5pPr marL="26132492" indent="0" algn="ctr">
              <a:buNone/>
              <a:defRPr sz="22867"/>
            </a:lvl5pPr>
            <a:lvl6pPr marL="32665606" indent="0" algn="ctr">
              <a:buNone/>
              <a:defRPr sz="22867"/>
            </a:lvl6pPr>
            <a:lvl7pPr marL="39198729" indent="0" algn="ctr">
              <a:buNone/>
              <a:defRPr sz="22867"/>
            </a:lvl7pPr>
            <a:lvl8pPr marL="45731865" indent="0" algn="ctr">
              <a:buNone/>
              <a:defRPr sz="22867"/>
            </a:lvl8pPr>
            <a:lvl9pPr marL="51206400" indent="0" algn="ctr">
              <a:buNone/>
              <a:defRPr sz="22867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916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425" y="2278914"/>
            <a:ext cx="26112371" cy="827341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1425" y="11394521"/>
            <a:ext cx="26112371" cy="271585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161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61" y="10671230"/>
            <a:ext cx="26112371" cy="17805173"/>
          </a:xfrm>
          <a:prstGeom prst="rect">
            <a:avLst/>
          </a:prstGeom>
        </p:spPr>
        <p:txBody>
          <a:bodyPr anchor="b"/>
          <a:lstStyle>
            <a:lvl1pPr>
              <a:defRPr sz="85733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61" y="28644850"/>
            <a:ext cx="26112371" cy="936332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4291">
                <a:solidFill>
                  <a:schemeClr val="tx1"/>
                </a:solidFill>
              </a:defRPr>
            </a:lvl1pPr>
            <a:lvl2pPr marL="6533114" indent="0">
              <a:buNone/>
              <a:defRPr sz="28575">
                <a:solidFill>
                  <a:schemeClr val="tx1">
                    <a:tint val="75000"/>
                  </a:schemeClr>
                </a:solidFill>
              </a:defRPr>
            </a:lvl2pPr>
            <a:lvl3pPr marL="13066237" indent="0">
              <a:buNone/>
              <a:defRPr sz="25719">
                <a:solidFill>
                  <a:schemeClr val="tx1">
                    <a:tint val="75000"/>
                  </a:schemeClr>
                </a:solidFill>
              </a:defRPr>
            </a:lvl3pPr>
            <a:lvl4pPr marL="19599369" indent="0">
              <a:buNone/>
              <a:defRPr sz="22867">
                <a:solidFill>
                  <a:schemeClr val="tx1">
                    <a:tint val="75000"/>
                  </a:schemeClr>
                </a:solidFill>
              </a:defRPr>
            </a:lvl4pPr>
            <a:lvl5pPr marL="26132492" indent="0">
              <a:buNone/>
              <a:defRPr sz="22867">
                <a:solidFill>
                  <a:schemeClr val="tx1">
                    <a:tint val="75000"/>
                  </a:schemeClr>
                </a:solidFill>
              </a:defRPr>
            </a:lvl5pPr>
            <a:lvl6pPr marL="32665606" indent="0">
              <a:buNone/>
              <a:defRPr sz="22867">
                <a:solidFill>
                  <a:schemeClr val="tx1">
                    <a:tint val="75000"/>
                  </a:schemeClr>
                </a:solidFill>
              </a:defRPr>
            </a:lvl6pPr>
            <a:lvl7pPr marL="39198729" indent="0">
              <a:buNone/>
              <a:defRPr sz="22867">
                <a:solidFill>
                  <a:schemeClr val="tx1">
                    <a:tint val="75000"/>
                  </a:schemeClr>
                </a:solidFill>
              </a:defRPr>
            </a:lvl7pPr>
            <a:lvl8pPr marL="45731865" indent="0">
              <a:buNone/>
              <a:defRPr sz="22867">
                <a:solidFill>
                  <a:schemeClr val="tx1">
                    <a:tint val="75000"/>
                  </a:schemeClr>
                </a:solidFill>
              </a:defRPr>
            </a:lvl8pPr>
            <a:lvl9pPr marL="51206400" indent="0">
              <a:buNone/>
              <a:defRPr sz="22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4526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425" y="2278914"/>
            <a:ext cx="26112371" cy="827341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3" y="11394521"/>
            <a:ext cx="12866966" cy="271585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9" y="11394521"/>
            <a:ext cx="12866966" cy="271585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14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8" y="2278914"/>
            <a:ext cx="26112371" cy="827341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70" y="10492874"/>
            <a:ext cx="12807828" cy="514239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4291" b="1"/>
            </a:lvl1pPr>
            <a:lvl2pPr marL="6533114" indent="0">
              <a:buNone/>
              <a:defRPr sz="28575" b="1"/>
            </a:lvl2pPr>
            <a:lvl3pPr marL="13066237" indent="0">
              <a:buNone/>
              <a:defRPr sz="25719" b="1"/>
            </a:lvl3pPr>
            <a:lvl4pPr marL="19599369" indent="0">
              <a:buNone/>
              <a:defRPr sz="22867" b="1"/>
            </a:lvl4pPr>
            <a:lvl5pPr marL="26132492" indent="0">
              <a:buNone/>
              <a:defRPr sz="22867" b="1"/>
            </a:lvl5pPr>
            <a:lvl6pPr marL="32665606" indent="0">
              <a:buNone/>
              <a:defRPr sz="22867" b="1"/>
            </a:lvl6pPr>
            <a:lvl7pPr marL="39198729" indent="0">
              <a:buNone/>
              <a:defRPr sz="22867" b="1"/>
            </a:lvl7pPr>
            <a:lvl8pPr marL="45731865" indent="0">
              <a:buNone/>
              <a:defRPr sz="22867" b="1"/>
            </a:lvl8pPr>
            <a:lvl9pPr marL="51206400" indent="0">
              <a:buNone/>
              <a:defRPr sz="2286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70" y="15635269"/>
            <a:ext cx="12807828" cy="229971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9" y="10492874"/>
            <a:ext cx="12870912" cy="514239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4291" b="1"/>
            </a:lvl1pPr>
            <a:lvl2pPr marL="6533114" indent="0">
              <a:buNone/>
              <a:defRPr sz="28575" b="1"/>
            </a:lvl2pPr>
            <a:lvl3pPr marL="13066237" indent="0">
              <a:buNone/>
              <a:defRPr sz="25719" b="1"/>
            </a:lvl3pPr>
            <a:lvl4pPr marL="19599369" indent="0">
              <a:buNone/>
              <a:defRPr sz="22867" b="1"/>
            </a:lvl4pPr>
            <a:lvl5pPr marL="26132492" indent="0">
              <a:buNone/>
              <a:defRPr sz="22867" b="1"/>
            </a:lvl5pPr>
            <a:lvl6pPr marL="32665606" indent="0">
              <a:buNone/>
              <a:defRPr sz="22867" b="1"/>
            </a:lvl6pPr>
            <a:lvl7pPr marL="39198729" indent="0">
              <a:buNone/>
              <a:defRPr sz="22867" b="1"/>
            </a:lvl7pPr>
            <a:lvl8pPr marL="45731865" indent="0">
              <a:buNone/>
              <a:defRPr sz="22867" b="1"/>
            </a:lvl8pPr>
            <a:lvl9pPr marL="51206400" indent="0">
              <a:buNone/>
              <a:defRPr sz="22867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9" y="15635269"/>
            <a:ext cx="12870912" cy="229971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2333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425" y="2278914"/>
            <a:ext cx="26112371" cy="827341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89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967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1" y="2853591"/>
            <a:ext cx="9764546" cy="9987540"/>
          </a:xfrm>
          <a:prstGeom prst="rect">
            <a:avLst/>
          </a:prstGeom>
        </p:spPr>
        <p:txBody>
          <a:bodyPr anchor="b"/>
          <a:lstStyle>
            <a:lvl1pPr>
              <a:defRPr sz="4572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12" y="6162962"/>
            <a:ext cx="15326824" cy="30418417"/>
          </a:xfrm>
          <a:prstGeom prst="rect">
            <a:avLst/>
          </a:prstGeom>
        </p:spPr>
        <p:txBody>
          <a:bodyPr/>
          <a:lstStyle>
            <a:lvl1pPr>
              <a:defRPr sz="45721"/>
            </a:lvl1pPr>
            <a:lvl2pPr>
              <a:defRPr sz="40012"/>
            </a:lvl2pPr>
            <a:lvl3pPr>
              <a:defRPr sz="34291"/>
            </a:lvl3pPr>
            <a:lvl4pPr>
              <a:defRPr sz="28575"/>
            </a:lvl4pPr>
            <a:lvl5pPr>
              <a:defRPr sz="28575"/>
            </a:lvl5pPr>
            <a:lvl6pPr>
              <a:defRPr sz="28575"/>
            </a:lvl6pPr>
            <a:lvl7pPr>
              <a:defRPr sz="28575"/>
            </a:lvl7pPr>
            <a:lvl8pPr>
              <a:defRPr sz="28575"/>
            </a:lvl8pPr>
            <a:lvl9pPr>
              <a:defRPr sz="2857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1" y="12841131"/>
            <a:ext cx="9764546" cy="23789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867"/>
            </a:lvl1pPr>
            <a:lvl2pPr marL="6533114" indent="0">
              <a:buNone/>
              <a:defRPr sz="20002"/>
            </a:lvl2pPr>
            <a:lvl3pPr marL="13066237" indent="0">
              <a:buNone/>
              <a:defRPr sz="17146"/>
            </a:lvl3pPr>
            <a:lvl4pPr marL="19599369" indent="0">
              <a:buNone/>
              <a:defRPr sz="14294"/>
            </a:lvl4pPr>
            <a:lvl5pPr marL="26132492" indent="0">
              <a:buNone/>
              <a:defRPr sz="14294"/>
            </a:lvl5pPr>
            <a:lvl6pPr marL="32665606" indent="0">
              <a:buNone/>
              <a:defRPr sz="14294"/>
            </a:lvl6pPr>
            <a:lvl7pPr marL="39198729" indent="0">
              <a:buNone/>
              <a:defRPr sz="14294"/>
            </a:lvl7pPr>
            <a:lvl8pPr marL="45731865" indent="0">
              <a:buNone/>
              <a:defRPr sz="14294"/>
            </a:lvl8pPr>
            <a:lvl9pPr marL="51206400" indent="0">
              <a:buNone/>
              <a:defRPr sz="1429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30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1" y="2853591"/>
            <a:ext cx="9764546" cy="9987540"/>
          </a:xfrm>
          <a:prstGeom prst="rect">
            <a:avLst/>
          </a:prstGeom>
        </p:spPr>
        <p:txBody>
          <a:bodyPr anchor="b"/>
          <a:lstStyle>
            <a:lvl1pPr>
              <a:defRPr sz="45721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12" y="6162962"/>
            <a:ext cx="15326824" cy="3041841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45721"/>
            </a:lvl1pPr>
            <a:lvl2pPr marL="6533114" indent="0">
              <a:buNone/>
              <a:defRPr sz="40012"/>
            </a:lvl2pPr>
            <a:lvl3pPr marL="13066237" indent="0">
              <a:buNone/>
              <a:defRPr sz="34291"/>
            </a:lvl3pPr>
            <a:lvl4pPr marL="19599369" indent="0">
              <a:buNone/>
              <a:defRPr sz="28575"/>
            </a:lvl4pPr>
            <a:lvl5pPr marL="26132492" indent="0">
              <a:buNone/>
              <a:defRPr sz="28575"/>
            </a:lvl5pPr>
            <a:lvl6pPr marL="32665606" indent="0">
              <a:buNone/>
              <a:defRPr sz="28575"/>
            </a:lvl6pPr>
            <a:lvl7pPr marL="39198729" indent="0">
              <a:buNone/>
              <a:defRPr sz="28575"/>
            </a:lvl7pPr>
            <a:lvl8pPr marL="45731865" indent="0">
              <a:buNone/>
              <a:defRPr sz="28575"/>
            </a:lvl8pPr>
            <a:lvl9pPr marL="51206400" indent="0">
              <a:buNone/>
              <a:defRPr sz="2857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1" y="12841131"/>
            <a:ext cx="9764546" cy="237897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867"/>
            </a:lvl1pPr>
            <a:lvl2pPr marL="6533114" indent="0">
              <a:buNone/>
              <a:defRPr sz="20002"/>
            </a:lvl2pPr>
            <a:lvl3pPr marL="13066237" indent="0">
              <a:buNone/>
              <a:defRPr sz="17146"/>
            </a:lvl3pPr>
            <a:lvl4pPr marL="19599369" indent="0">
              <a:buNone/>
              <a:defRPr sz="14294"/>
            </a:lvl4pPr>
            <a:lvl5pPr marL="26132492" indent="0">
              <a:buNone/>
              <a:defRPr sz="14294"/>
            </a:lvl5pPr>
            <a:lvl6pPr marL="32665606" indent="0">
              <a:buNone/>
              <a:defRPr sz="14294"/>
            </a:lvl6pPr>
            <a:lvl7pPr marL="39198729" indent="0">
              <a:buNone/>
              <a:defRPr sz="14294"/>
            </a:lvl7pPr>
            <a:lvl8pPr marL="45731865" indent="0">
              <a:buNone/>
              <a:defRPr sz="14294"/>
            </a:lvl8pPr>
            <a:lvl9pPr marL="51206400" indent="0">
              <a:buNone/>
              <a:defRPr sz="14294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935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1425" y="2278914"/>
            <a:ext cx="26112371" cy="827341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5" y="11394521"/>
            <a:ext cx="26112371" cy="2715859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4213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2" y="2278907"/>
            <a:ext cx="6528092" cy="36274210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7"/>
            <a:ext cx="19205839" cy="3627421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146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7" y="39672760"/>
            <a:ext cx="6811923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06AD0-19C7-45D0-A0DD-BC6113F1953A}" type="datetimeFigureOut">
              <a:rPr lang="zh-TW" altLang="en-US" smtClean="0"/>
              <a:t>2026/4/1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9" y="39672760"/>
            <a:ext cx="10217884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71" y="39672760"/>
            <a:ext cx="6811923" cy="22789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51364-E111-4D79-9E6B-62F39A3F38B6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2A57E52-2FC7-3B7F-0E3F-683A37404DA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30275213" cy="737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9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066237" rtl="0" eaLnBrk="1" latinLnBrk="0" hangingPunct="1">
        <a:lnSpc>
          <a:spcPct val="90000"/>
        </a:lnSpc>
        <a:spcBef>
          <a:spcPct val="0"/>
        </a:spcBef>
        <a:buNone/>
        <a:defRPr sz="62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66568" indent="-3266568" algn="l" defTabSz="13066237" rtl="0" eaLnBrk="1" latinLnBrk="0" hangingPunct="1">
        <a:lnSpc>
          <a:spcPct val="90000"/>
        </a:lnSpc>
        <a:spcBef>
          <a:spcPts val="14294"/>
        </a:spcBef>
        <a:buFont typeface="Arial" panose="020B0604020202020204" pitchFamily="34" charset="0"/>
        <a:buChar char="•"/>
        <a:defRPr sz="40012" kern="1200">
          <a:solidFill>
            <a:schemeClr val="tx1"/>
          </a:solidFill>
          <a:latin typeface="+mn-lt"/>
          <a:ea typeface="+mn-ea"/>
          <a:cs typeface="+mn-cs"/>
        </a:defRPr>
      </a:lvl1pPr>
      <a:lvl2pPr marL="9799687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34291" kern="1200">
          <a:solidFill>
            <a:schemeClr val="tx1"/>
          </a:solidFill>
          <a:latin typeface="+mn-lt"/>
          <a:ea typeface="+mn-ea"/>
          <a:cs typeface="+mn-cs"/>
        </a:defRPr>
      </a:lvl2pPr>
      <a:lvl3pPr marL="16332805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8575" kern="1200">
          <a:solidFill>
            <a:schemeClr val="tx1"/>
          </a:solidFill>
          <a:latin typeface="+mn-lt"/>
          <a:ea typeface="+mn-ea"/>
          <a:cs typeface="+mn-cs"/>
        </a:defRPr>
      </a:lvl3pPr>
      <a:lvl4pPr marL="22865924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5719" kern="1200">
          <a:solidFill>
            <a:schemeClr val="tx1"/>
          </a:solidFill>
          <a:latin typeface="+mn-lt"/>
          <a:ea typeface="+mn-ea"/>
          <a:cs typeface="+mn-cs"/>
        </a:defRPr>
      </a:lvl4pPr>
      <a:lvl5pPr marL="29399060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5719" kern="1200">
          <a:solidFill>
            <a:schemeClr val="tx1"/>
          </a:solidFill>
          <a:latin typeface="+mn-lt"/>
          <a:ea typeface="+mn-ea"/>
          <a:cs typeface="+mn-cs"/>
        </a:defRPr>
      </a:lvl5pPr>
      <a:lvl6pPr marL="35932174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5719" kern="1200">
          <a:solidFill>
            <a:schemeClr val="tx1"/>
          </a:solidFill>
          <a:latin typeface="+mn-lt"/>
          <a:ea typeface="+mn-ea"/>
          <a:cs typeface="+mn-cs"/>
        </a:defRPr>
      </a:lvl6pPr>
      <a:lvl7pPr marL="42465297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5719" kern="1200">
          <a:solidFill>
            <a:schemeClr val="tx1"/>
          </a:solidFill>
          <a:latin typeface="+mn-lt"/>
          <a:ea typeface="+mn-ea"/>
          <a:cs typeface="+mn-cs"/>
        </a:defRPr>
      </a:lvl7pPr>
      <a:lvl8pPr marL="48998412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5719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0" indent="-3266568" algn="l" defTabSz="13066237" rtl="0" eaLnBrk="1" latinLnBrk="0" hangingPunct="1">
        <a:lnSpc>
          <a:spcPct val="90000"/>
        </a:lnSpc>
        <a:spcBef>
          <a:spcPts val="7138"/>
        </a:spcBef>
        <a:buFont typeface="Arial" panose="020B0604020202020204" pitchFamily="34" charset="0"/>
        <a:buChar char="•"/>
        <a:defRPr sz="25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1pPr>
      <a:lvl2pPr marL="6533114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2pPr>
      <a:lvl3pPr marL="13066237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3pPr>
      <a:lvl4pPr marL="19599369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4pPr>
      <a:lvl5pPr marL="26132492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5pPr>
      <a:lvl6pPr marL="32665606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6pPr>
      <a:lvl7pPr marL="39198729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7pPr>
      <a:lvl8pPr marL="45731865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0" algn="l" defTabSz="13066237" rtl="0" eaLnBrk="1" latinLnBrk="0" hangingPunct="1">
        <a:defRPr sz="25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399D47C6-F902-2E05-CC5F-52AD8C0AC1C7}"/>
              </a:ext>
            </a:extLst>
          </p:cNvPr>
          <p:cNvSpPr txBox="1"/>
          <p:nvPr/>
        </p:nvSpPr>
        <p:spPr>
          <a:xfrm>
            <a:off x="669385" y="7991498"/>
            <a:ext cx="201500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72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專題名稱：</a:t>
            </a:r>
            <a:endParaRPr lang="en-US" altLang="zh-TW" sz="7200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en-US" sz="7200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專題成員：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41C06E61-CCAA-AF6F-CCCD-54A1AE61C0D3}"/>
              </a:ext>
            </a:extLst>
          </p:cNvPr>
          <p:cNvSpPr txBox="1"/>
          <p:nvPr/>
        </p:nvSpPr>
        <p:spPr>
          <a:xfrm>
            <a:off x="8459476" y="150519392"/>
            <a:ext cx="13036360" cy="5677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469452" indent="-2469452">
              <a:buFont typeface="Wingdings" panose="05000000000000000000" pitchFamily="2" charset="2"/>
              <a:buChar char="ü"/>
            </a:pP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全場域智慧數據採集</a:t>
            </a:r>
            <a:endParaRPr lang="en-US" altLang="zh-TW" sz="6049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469452" indent="-2469452">
              <a:buFont typeface="Wingdings" panose="05000000000000000000" pitchFamily="2" charset="2"/>
              <a:buChar char="ü"/>
            </a:pP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邊緣</a:t>
            </a:r>
            <a:r>
              <a:rPr lang="en-US" altLang="zh-TW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AI</a:t>
            </a: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運算</a:t>
            </a:r>
            <a:endParaRPr lang="en-US" altLang="zh-TW" sz="6049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469452" indent="-2469452">
              <a:buFont typeface="Wingdings" panose="05000000000000000000" pitchFamily="2" charset="2"/>
              <a:buChar char="ü"/>
            </a:pP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角色導向客製化設計</a:t>
            </a:r>
            <a:endParaRPr lang="en-US" altLang="zh-TW" sz="6049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469452" indent="-2469452">
              <a:buFont typeface="Wingdings" panose="05000000000000000000" pitchFamily="2" charset="2"/>
              <a:buChar char="ü"/>
            </a:pP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企業專屬節能策略分析</a:t>
            </a:r>
            <a:endParaRPr lang="en-US" altLang="zh-TW" sz="6049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469452" indent="-2469452">
              <a:buFont typeface="Wingdings" panose="05000000000000000000" pitchFamily="2" charset="2"/>
              <a:buChar char="ü"/>
            </a:pP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生成式</a:t>
            </a:r>
            <a:r>
              <a:rPr lang="en-US" altLang="zh-TW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AI</a:t>
            </a: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互動機器人</a:t>
            </a:r>
            <a:endParaRPr lang="en-US" altLang="zh-TW" sz="6049" b="1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469452" indent="-2469452">
              <a:buFont typeface="Wingdings" panose="05000000000000000000" pitchFamily="2" charset="2"/>
              <a:buChar char="ü"/>
            </a:pP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一鍵式</a:t>
            </a:r>
            <a:r>
              <a:rPr lang="en-US" altLang="zh-TW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ESG</a:t>
            </a:r>
            <a:r>
              <a:rPr lang="zh-TW" altLang="en-US" sz="6049" b="1" dirty="0">
                <a:latin typeface="Noto Sans TC" panose="020B0200000000000000" pitchFamily="34" charset="-120"/>
                <a:ea typeface="Noto Sans TC" panose="020B0200000000000000" pitchFamily="34" charset="-120"/>
              </a:rPr>
              <a:t>報告自動化生成</a:t>
            </a:r>
          </a:p>
        </p:txBody>
      </p:sp>
      <p:grpSp>
        <p:nvGrpSpPr>
          <p:cNvPr id="43" name="Group 2">
            <a:extLst>
              <a:ext uri="{FF2B5EF4-FFF2-40B4-BE49-F238E27FC236}">
                <a16:creationId xmlns:a16="http://schemas.microsoft.com/office/drawing/2014/main" id="{E5E166A5-17F5-4858-A080-CC5C8C295B20}"/>
              </a:ext>
            </a:extLst>
          </p:cNvPr>
          <p:cNvGrpSpPr/>
          <p:nvPr/>
        </p:nvGrpSpPr>
        <p:grpSpPr>
          <a:xfrm>
            <a:off x="1099689" y="11204080"/>
            <a:ext cx="13453098" cy="8413616"/>
            <a:chOff x="0" y="0"/>
            <a:chExt cx="1203888" cy="752916"/>
          </a:xfrm>
        </p:grpSpPr>
        <p:sp>
          <p:nvSpPr>
            <p:cNvPr id="44" name="Freeform 3">
              <a:extLst>
                <a:ext uri="{FF2B5EF4-FFF2-40B4-BE49-F238E27FC236}">
                  <a16:creationId xmlns:a16="http://schemas.microsoft.com/office/drawing/2014/main" id="{E47D3227-FB25-4BCA-915A-2431E6DB1947}"/>
                </a:ext>
              </a:extLst>
            </p:cNvPr>
            <p:cNvSpPr/>
            <p:nvPr/>
          </p:nvSpPr>
          <p:spPr>
            <a:xfrm>
              <a:off x="0" y="0"/>
              <a:ext cx="1203889" cy="752916"/>
            </a:xfrm>
            <a:custGeom>
              <a:avLst/>
              <a:gdLst/>
              <a:ahLst/>
              <a:cxnLst/>
              <a:rect l="l" t="t" r="r" b="b"/>
              <a:pathLst>
                <a:path w="1203889" h="752916">
                  <a:moveTo>
                    <a:pt x="0" y="0"/>
                  </a:moveTo>
                  <a:lnTo>
                    <a:pt x="1203889" y="0"/>
                  </a:lnTo>
                  <a:lnTo>
                    <a:pt x="1203889" y="752916"/>
                  </a:lnTo>
                  <a:lnTo>
                    <a:pt x="0" y="75291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5" name="TextBox 4">
              <a:extLst>
                <a:ext uri="{FF2B5EF4-FFF2-40B4-BE49-F238E27FC236}">
                  <a16:creationId xmlns:a16="http://schemas.microsoft.com/office/drawing/2014/main" id="{30163853-BCA0-4661-83E2-EACE7B678C7A}"/>
                </a:ext>
              </a:extLst>
            </p:cNvPr>
            <p:cNvSpPr txBox="1"/>
            <p:nvPr/>
          </p:nvSpPr>
          <p:spPr>
            <a:xfrm>
              <a:off x="0" y="-238125"/>
              <a:ext cx="1203888" cy="991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400"/>
                </a:lnSpc>
              </a:pPr>
              <a:endParaRPr/>
            </a:p>
          </p:txBody>
        </p:sp>
      </p:grpSp>
      <p:grpSp>
        <p:nvGrpSpPr>
          <p:cNvPr id="46" name="Group 5">
            <a:extLst>
              <a:ext uri="{FF2B5EF4-FFF2-40B4-BE49-F238E27FC236}">
                <a16:creationId xmlns:a16="http://schemas.microsoft.com/office/drawing/2014/main" id="{F5D03DFF-9F84-44DD-876E-DEE1CF581399}"/>
              </a:ext>
            </a:extLst>
          </p:cNvPr>
          <p:cNvGrpSpPr/>
          <p:nvPr/>
        </p:nvGrpSpPr>
        <p:grpSpPr>
          <a:xfrm>
            <a:off x="1814871" y="10621311"/>
            <a:ext cx="3922496" cy="1165537"/>
            <a:chOff x="0" y="0"/>
            <a:chExt cx="445343" cy="132330"/>
          </a:xfrm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3FE14A85-8073-46E5-8409-EB9C66DCD108}"/>
                </a:ext>
              </a:extLst>
            </p:cNvPr>
            <p:cNvSpPr/>
            <p:nvPr/>
          </p:nvSpPr>
          <p:spPr>
            <a:xfrm>
              <a:off x="0" y="0"/>
              <a:ext cx="445343" cy="132330"/>
            </a:xfrm>
            <a:custGeom>
              <a:avLst/>
              <a:gdLst/>
              <a:ahLst/>
              <a:cxnLst/>
              <a:rect l="l" t="t" r="r" b="b"/>
              <a:pathLst>
                <a:path w="445343" h="132330">
                  <a:moveTo>
                    <a:pt x="0" y="0"/>
                  </a:moveTo>
                  <a:lnTo>
                    <a:pt x="445343" y="0"/>
                  </a:lnTo>
                  <a:lnTo>
                    <a:pt x="445343" y="132330"/>
                  </a:lnTo>
                  <a:lnTo>
                    <a:pt x="0" y="132330"/>
                  </a:lnTo>
                  <a:close/>
                </a:path>
              </a:pathLst>
            </a:custGeom>
            <a:solidFill>
              <a:srgbClr val="D32626"/>
            </a:solidFill>
          </p:spPr>
        </p:sp>
        <p:sp>
          <p:nvSpPr>
            <p:cNvPr id="49" name="TextBox 7">
              <a:extLst>
                <a:ext uri="{FF2B5EF4-FFF2-40B4-BE49-F238E27FC236}">
                  <a16:creationId xmlns:a16="http://schemas.microsoft.com/office/drawing/2014/main" id="{9D0076D0-8E84-4A94-95E5-47D632236F8F}"/>
                </a:ext>
              </a:extLst>
            </p:cNvPr>
            <p:cNvSpPr txBox="1"/>
            <p:nvPr/>
          </p:nvSpPr>
          <p:spPr>
            <a:xfrm>
              <a:off x="0" y="0"/>
              <a:ext cx="445343" cy="132330"/>
            </a:xfrm>
            <a:prstGeom prst="rect">
              <a:avLst/>
            </a:prstGeom>
          </p:spPr>
          <p:txBody>
            <a:bodyPr lIns="14703" tIns="14703" rIns="14703" bIns="14703" rtlCol="0" anchor="ctr"/>
            <a:lstStyle/>
            <a:p>
              <a:pPr algn="ctr">
                <a:lnSpc>
                  <a:spcPts val="75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研究背景</a:t>
              </a:r>
              <a:endParaRPr lang="en-US" sz="5400" dirty="0">
                <a:solidFill>
                  <a:srgbClr val="FFFFFF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</p:grpSp>
      <p:sp>
        <p:nvSpPr>
          <p:cNvPr id="50" name="Freeform 36">
            <a:extLst>
              <a:ext uri="{FF2B5EF4-FFF2-40B4-BE49-F238E27FC236}">
                <a16:creationId xmlns:a16="http://schemas.microsoft.com/office/drawing/2014/main" id="{6ED8273A-673C-4932-85BD-90541C1F05BC}"/>
              </a:ext>
            </a:extLst>
          </p:cNvPr>
          <p:cNvSpPr/>
          <p:nvPr/>
        </p:nvSpPr>
        <p:spPr>
          <a:xfrm>
            <a:off x="8850413" y="13649108"/>
            <a:ext cx="5364789" cy="5425830"/>
          </a:xfrm>
          <a:custGeom>
            <a:avLst/>
            <a:gdLst/>
            <a:ahLst/>
            <a:cxnLst/>
            <a:rect l="l" t="t" r="r" b="b"/>
            <a:pathLst>
              <a:path w="5364789" h="5425830">
                <a:moveTo>
                  <a:pt x="0" y="0"/>
                </a:moveTo>
                <a:lnTo>
                  <a:pt x="5364789" y="0"/>
                </a:lnTo>
                <a:lnTo>
                  <a:pt x="5364789" y="5425830"/>
                </a:lnTo>
                <a:lnTo>
                  <a:pt x="0" y="5425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51" name="TextBox 41">
            <a:extLst>
              <a:ext uri="{FF2B5EF4-FFF2-40B4-BE49-F238E27FC236}">
                <a16:creationId xmlns:a16="http://schemas.microsoft.com/office/drawing/2014/main" id="{81799945-18C3-44CC-88BF-00E8BA107D32}"/>
              </a:ext>
            </a:extLst>
          </p:cNvPr>
          <p:cNvSpPr txBox="1"/>
          <p:nvPr/>
        </p:nvSpPr>
        <p:spPr>
          <a:xfrm>
            <a:off x="1814871" y="12007645"/>
            <a:ext cx="12400330" cy="217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XXXXXXXXXXXXXXXXXXXXXXXXXXXXXXXXXXXXXXXXXXXXXXXXXXXXXXXXXXXXXXXXXXXXXXXXXXXXXX</a:t>
            </a:r>
          </a:p>
        </p:txBody>
      </p:sp>
      <p:grpSp>
        <p:nvGrpSpPr>
          <p:cNvPr id="52" name="Group 18">
            <a:extLst>
              <a:ext uri="{FF2B5EF4-FFF2-40B4-BE49-F238E27FC236}">
                <a16:creationId xmlns:a16="http://schemas.microsoft.com/office/drawing/2014/main" id="{73258C81-EC57-4436-9ECD-4B3AC80392D3}"/>
              </a:ext>
            </a:extLst>
          </p:cNvPr>
          <p:cNvGrpSpPr/>
          <p:nvPr/>
        </p:nvGrpSpPr>
        <p:grpSpPr>
          <a:xfrm>
            <a:off x="15227309" y="11211862"/>
            <a:ext cx="13876390" cy="8405834"/>
            <a:chOff x="0" y="0"/>
            <a:chExt cx="1241768" cy="752220"/>
          </a:xfrm>
        </p:grpSpPr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498C0E70-842C-4E3E-9B25-6A6F52E47958}"/>
                </a:ext>
              </a:extLst>
            </p:cNvPr>
            <p:cNvSpPr/>
            <p:nvPr/>
          </p:nvSpPr>
          <p:spPr>
            <a:xfrm>
              <a:off x="0" y="0"/>
              <a:ext cx="1241768" cy="752220"/>
            </a:xfrm>
            <a:custGeom>
              <a:avLst/>
              <a:gdLst/>
              <a:ahLst/>
              <a:cxnLst/>
              <a:rect l="l" t="t" r="r" b="b"/>
              <a:pathLst>
                <a:path w="1241768" h="752220">
                  <a:moveTo>
                    <a:pt x="0" y="0"/>
                  </a:moveTo>
                  <a:lnTo>
                    <a:pt x="1241768" y="0"/>
                  </a:lnTo>
                  <a:lnTo>
                    <a:pt x="1241768" y="752220"/>
                  </a:lnTo>
                  <a:lnTo>
                    <a:pt x="0" y="75222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4" name="TextBox 20">
              <a:extLst>
                <a:ext uri="{FF2B5EF4-FFF2-40B4-BE49-F238E27FC236}">
                  <a16:creationId xmlns:a16="http://schemas.microsoft.com/office/drawing/2014/main" id="{A4521C95-E58B-4CE6-98C1-2AEBB6F645CE}"/>
                </a:ext>
              </a:extLst>
            </p:cNvPr>
            <p:cNvSpPr txBox="1"/>
            <p:nvPr/>
          </p:nvSpPr>
          <p:spPr>
            <a:xfrm>
              <a:off x="0" y="-238125"/>
              <a:ext cx="1241768" cy="990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400"/>
                </a:lnSpc>
              </a:pPr>
              <a:endParaRPr/>
            </a:p>
          </p:txBody>
        </p:sp>
      </p:grpSp>
      <p:grpSp>
        <p:nvGrpSpPr>
          <p:cNvPr id="55" name="Group 21">
            <a:extLst>
              <a:ext uri="{FF2B5EF4-FFF2-40B4-BE49-F238E27FC236}">
                <a16:creationId xmlns:a16="http://schemas.microsoft.com/office/drawing/2014/main" id="{72BCC864-74F2-4922-8950-AB26BB524745}"/>
              </a:ext>
            </a:extLst>
          </p:cNvPr>
          <p:cNvGrpSpPr/>
          <p:nvPr/>
        </p:nvGrpSpPr>
        <p:grpSpPr>
          <a:xfrm>
            <a:off x="15705098" y="10621309"/>
            <a:ext cx="3922496" cy="1329565"/>
            <a:chOff x="0" y="-18623"/>
            <a:chExt cx="445343" cy="150953"/>
          </a:xfrm>
        </p:grpSpPr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90EDA64F-79BE-4463-9660-0EA09841B267}"/>
                </a:ext>
              </a:extLst>
            </p:cNvPr>
            <p:cNvSpPr/>
            <p:nvPr/>
          </p:nvSpPr>
          <p:spPr>
            <a:xfrm>
              <a:off x="0" y="0"/>
              <a:ext cx="445343" cy="132330"/>
            </a:xfrm>
            <a:custGeom>
              <a:avLst/>
              <a:gdLst/>
              <a:ahLst/>
              <a:cxnLst/>
              <a:rect l="l" t="t" r="r" b="b"/>
              <a:pathLst>
                <a:path w="445343" h="132330">
                  <a:moveTo>
                    <a:pt x="0" y="0"/>
                  </a:moveTo>
                  <a:lnTo>
                    <a:pt x="445343" y="0"/>
                  </a:lnTo>
                  <a:lnTo>
                    <a:pt x="445343" y="132330"/>
                  </a:lnTo>
                  <a:lnTo>
                    <a:pt x="0" y="132330"/>
                  </a:lnTo>
                  <a:close/>
                </a:path>
              </a:pathLst>
            </a:custGeom>
            <a:solidFill>
              <a:srgbClr val="D32626"/>
            </a:solidFill>
          </p:spPr>
        </p:sp>
        <p:sp>
          <p:nvSpPr>
            <p:cNvPr id="57" name="TextBox 23">
              <a:extLst>
                <a:ext uri="{FF2B5EF4-FFF2-40B4-BE49-F238E27FC236}">
                  <a16:creationId xmlns:a16="http://schemas.microsoft.com/office/drawing/2014/main" id="{B37FF2EE-07B7-4CCC-A64A-17F2B9064C23}"/>
                </a:ext>
              </a:extLst>
            </p:cNvPr>
            <p:cNvSpPr txBox="1"/>
            <p:nvPr/>
          </p:nvSpPr>
          <p:spPr>
            <a:xfrm>
              <a:off x="0" y="-18623"/>
              <a:ext cx="445343" cy="150953"/>
            </a:xfrm>
            <a:prstGeom prst="rect">
              <a:avLst/>
            </a:prstGeom>
          </p:spPr>
          <p:txBody>
            <a:bodyPr lIns="14703" tIns="14703" rIns="14703" bIns="14703" rtlCol="0" anchor="ctr"/>
            <a:lstStyle/>
            <a:p>
              <a:pPr algn="ctr">
                <a:lnSpc>
                  <a:spcPts val="75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研究特色</a:t>
              </a:r>
              <a:endParaRPr lang="en-US" sz="5400" dirty="0">
                <a:solidFill>
                  <a:srgbClr val="FFFFFF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</p:grpSp>
      <p:sp>
        <p:nvSpPr>
          <p:cNvPr id="58" name="Freeform 33">
            <a:extLst>
              <a:ext uri="{FF2B5EF4-FFF2-40B4-BE49-F238E27FC236}">
                <a16:creationId xmlns:a16="http://schemas.microsoft.com/office/drawing/2014/main" id="{43CE9A3E-B3AB-4A72-BD83-D9AE055CF329}"/>
              </a:ext>
            </a:extLst>
          </p:cNvPr>
          <p:cNvSpPr/>
          <p:nvPr/>
        </p:nvSpPr>
        <p:spPr>
          <a:xfrm>
            <a:off x="21307652" y="12616821"/>
            <a:ext cx="7982634" cy="5699801"/>
          </a:xfrm>
          <a:custGeom>
            <a:avLst/>
            <a:gdLst/>
            <a:ahLst/>
            <a:cxnLst/>
            <a:rect l="l" t="t" r="r" b="b"/>
            <a:pathLst>
              <a:path w="7982634" h="5699801">
                <a:moveTo>
                  <a:pt x="0" y="0"/>
                </a:moveTo>
                <a:lnTo>
                  <a:pt x="7982634" y="0"/>
                </a:lnTo>
                <a:lnTo>
                  <a:pt x="7982634" y="5699800"/>
                </a:lnTo>
                <a:lnTo>
                  <a:pt x="0" y="5699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1683" r="-561" b="-11755"/>
            </a:stretch>
          </a:blipFill>
        </p:spPr>
      </p:sp>
      <p:sp>
        <p:nvSpPr>
          <p:cNvPr id="59" name="TextBox 42">
            <a:extLst>
              <a:ext uri="{FF2B5EF4-FFF2-40B4-BE49-F238E27FC236}">
                <a16:creationId xmlns:a16="http://schemas.microsoft.com/office/drawing/2014/main" id="{93A6C60C-28B0-419A-BD9A-47BCAAF7D15A}"/>
              </a:ext>
            </a:extLst>
          </p:cNvPr>
          <p:cNvSpPr txBox="1"/>
          <p:nvPr/>
        </p:nvSpPr>
        <p:spPr>
          <a:xfrm>
            <a:off x="15705098" y="12246149"/>
            <a:ext cx="5942578" cy="427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XXXXXXXXXXXXXXXXXXXXXXXXXXXXXXXXXXXXXXXXXXXXXXXXXXXXXXXXXXXXXXXXXXXXXXXXXXXXXX</a:t>
            </a:r>
          </a:p>
        </p:txBody>
      </p:sp>
      <p:grpSp>
        <p:nvGrpSpPr>
          <p:cNvPr id="69" name="Group 9">
            <a:extLst>
              <a:ext uri="{FF2B5EF4-FFF2-40B4-BE49-F238E27FC236}">
                <a16:creationId xmlns:a16="http://schemas.microsoft.com/office/drawing/2014/main" id="{BD543FA5-CFDD-402F-9D48-3522FBE07462}"/>
              </a:ext>
            </a:extLst>
          </p:cNvPr>
          <p:cNvGrpSpPr/>
          <p:nvPr/>
        </p:nvGrpSpPr>
        <p:grpSpPr>
          <a:xfrm>
            <a:off x="1099689" y="20519984"/>
            <a:ext cx="27923143" cy="11066810"/>
            <a:chOff x="0" y="0"/>
            <a:chExt cx="2498781" cy="1321654"/>
          </a:xfrm>
        </p:grpSpPr>
        <p:sp>
          <p:nvSpPr>
            <p:cNvPr id="70" name="Freeform 10">
              <a:extLst>
                <a:ext uri="{FF2B5EF4-FFF2-40B4-BE49-F238E27FC236}">
                  <a16:creationId xmlns:a16="http://schemas.microsoft.com/office/drawing/2014/main" id="{B018FDD8-DB4A-4B64-BC4D-1CE297DBD55E}"/>
                </a:ext>
              </a:extLst>
            </p:cNvPr>
            <p:cNvSpPr/>
            <p:nvPr/>
          </p:nvSpPr>
          <p:spPr>
            <a:xfrm>
              <a:off x="0" y="0"/>
              <a:ext cx="2498781" cy="1321654"/>
            </a:xfrm>
            <a:custGeom>
              <a:avLst/>
              <a:gdLst/>
              <a:ahLst/>
              <a:cxnLst/>
              <a:rect l="l" t="t" r="r" b="b"/>
              <a:pathLst>
                <a:path w="2498781" h="1321654">
                  <a:moveTo>
                    <a:pt x="0" y="0"/>
                  </a:moveTo>
                  <a:lnTo>
                    <a:pt x="2498781" y="0"/>
                  </a:lnTo>
                  <a:lnTo>
                    <a:pt x="2498781" y="1321654"/>
                  </a:lnTo>
                  <a:lnTo>
                    <a:pt x="0" y="132165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1" name="TextBox 11">
              <a:extLst>
                <a:ext uri="{FF2B5EF4-FFF2-40B4-BE49-F238E27FC236}">
                  <a16:creationId xmlns:a16="http://schemas.microsoft.com/office/drawing/2014/main" id="{E9C8AE3E-1024-4B4A-93A1-A92DFF807B6A}"/>
                </a:ext>
              </a:extLst>
            </p:cNvPr>
            <p:cNvSpPr txBox="1"/>
            <p:nvPr/>
          </p:nvSpPr>
          <p:spPr>
            <a:xfrm>
              <a:off x="0" y="-238125"/>
              <a:ext cx="2498781" cy="1559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400"/>
                </a:lnSpc>
              </a:pPr>
              <a:endParaRPr/>
            </a:p>
          </p:txBody>
        </p:sp>
      </p:grpSp>
      <p:grpSp>
        <p:nvGrpSpPr>
          <p:cNvPr id="72" name="Group 24">
            <a:extLst>
              <a:ext uri="{FF2B5EF4-FFF2-40B4-BE49-F238E27FC236}">
                <a16:creationId xmlns:a16="http://schemas.microsoft.com/office/drawing/2014/main" id="{B23BE65D-7B88-419B-ABB9-D9F6248A0867}"/>
              </a:ext>
            </a:extLst>
          </p:cNvPr>
          <p:cNvGrpSpPr/>
          <p:nvPr/>
        </p:nvGrpSpPr>
        <p:grpSpPr>
          <a:xfrm>
            <a:off x="1762477" y="19933763"/>
            <a:ext cx="3922496" cy="1168990"/>
            <a:chOff x="0" y="-392"/>
            <a:chExt cx="445343" cy="132722"/>
          </a:xfrm>
        </p:grpSpPr>
        <p:sp>
          <p:nvSpPr>
            <p:cNvPr id="73" name="Freeform 25">
              <a:extLst>
                <a:ext uri="{FF2B5EF4-FFF2-40B4-BE49-F238E27FC236}">
                  <a16:creationId xmlns:a16="http://schemas.microsoft.com/office/drawing/2014/main" id="{E891C046-8C76-4E7D-89D6-D4BE201BA94B}"/>
                </a:ext>
              </a:extLst>
            </p:cNvPr>
            <p:cNvSpPr/>
            <p:nvPr/>
          </p:nvSpPr>
          <p:spPr>
            <a:xfrm>
              <a:off x="0" y="0"/>
              <a:ext cx="445343" cy="132330"/>
            </a:xfrm>
            <a:custGeom>
              <a:avLst/>
              <a:gdLst/>
              <a:ahLst/>
              <a:cxnLst/>
              <a:rect l="l" t="t" r="r" b="b"/>
              <a:pathLst>
                <a:path w="445343" h="132330">
                  <a:moveTo>
                    <a:pt x="0" y="0"/>
                  </a:moveTo>
                  <a:lnTo>
                    <a:pt x="445343" y="0"/>
                  </a:lnTo>
                  <a:lnTo>
                    <a:pt x="445343" y="132330"/>
                  </a:lnTo>
                  <a:lnTo>
                    <a:pt x="0" y="132330"/>
                  </a:lnTo>
                  <a:close/>
                </a:path>
              </a:pathLst>
            </a:custGeom>
            <a:solidFill>
              <a:srgbClr val="D32626"/>
            </a:solidFill>
          </p:spPr>
        </p:sp>
        <p:sp>
          <p:nvSpPr>
            <p:cNvPr id="74" name="TextBox 26">
              <a:extLst>
                <a:ext uri="{FF2B5EF4-FFF2-40B4-BE49-F238E27FC236}">
                  <a16:creationId xmlns:a16="http://schemas.microsoft.com/office/drawing/2014/main" id="{975D6110-0834-40CF-A24D-0AE86825B9E3}"/>
                </a:ext>
              </a:extLst>
            </p:cNvPr>
            <p:cNvSpPr txBox="1"/>
            <p:nvPr/>
          </p:nvSpPr>
          <p:spPr>
            <a:xfrm>
              <a:off x="0" y="-392"/>
              <a:ext cx="445343" cy="132722"/>
            </a:xfrm>
            <a:prstGeom prst="rect">
              <a:avLst/>
            </a:prstGeom>
          </p:spPr>
          <p:txBody>
            <a:bodyPr lIns="14703" tIns="14703" rIns="14703" bIns="14703" rtlCol="0" anchor="ctr"/>
            <a:lstStyle/>
            <a:p>
              <a:pPr algn="ctr">
                <a:lnSpc>
                  <a:spcPts val="75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技術方法</a:t>
              </a:r>
              <a:endParaRPr lang="en-US" sz="5400" dirty="0">
                <a:solidFill>
                  <a:srgbClr val="FFFFFF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</p:grpSp>
      <p:sp>
        <p:nvSpPr>
          <p:cNvPr id="75" name="Freeform 34">
            <a:extLst>
              <a:ext uri="{FF2B5EF4-FFF2-40B4-BE49-F238E27FC236}">
                <a16:creationId xmlns:a16="http://schemas.microsoft.com/office/drawing/2014/main" id="{77925A80-B194-4E15-9C8F-F7581B834A60}"/>
              </a:ext>
            </a:extLst>
          </p:cNvPr>
          <p:cNvSpPr/>
          <p:nvPr/>
        </p:nvSpPr>
        <p:spPr>
          <a:xfrm>
            <a:off x="18513518" y="22654943"/>
            <a:ext cx="9115414" cy="7235360"/>
          </a:xfrm>
          <a:custGeom>
            <a:avLst/>
            <a:gdLst/>
            <a:ahLst/>
            <a:cxnLst/>
            <a:rect l="l" t="t" r="r" b="b"/>
            <a:pathLst>
              <a:path w="12110400" h="9612630">
                <a:moveTo>
                  <a:pt x="0" y="0"/>
                </a:moveTo>
                <a:lnTo>
                  <a:pt x="12110400" y="0"/>
                </a:lnTo>
                <a:lnTo>
                  <a:pt x="12110400" y="9612630"/>
                </a:lnTo>
                <a:lnTo>
                  <a:pt x="0" y="961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6" name="Freeform 35">
            <a:extLst>
              <a:ext uri="{FF2B5EF4-FFF2-40B4-BE49-F238E27FC236}">
                <a16:creationId xmlns:a16="http://schemas.microsoft.com/office/drawing/2014/main" id="{3899D6BC-94D4-4EF1-85C6-7F307768B4EA}"/>
              </a:ext>
            </a:extLst>
          </p:cNvPr>
          <p:cNvSpPr/>
          <p:nvPr/>
        </p:nvSpPr>
        <p:spPr>
          <a:xfrm>
            <a:off x="1762477" y="23544742"/>
            <a:ext cx="10859827" cy="7235360"/>
          </a:xfrm>
          <a:custGeom>
            <a:avLst/>
            <a:gdLst/>
            <a:ahLst/>
            <a:cxnLst/>
            <a:rect l="l" t="t" r="r" b="b"/>
            <a:pathLst>
              <a:path w="12054859" h="8031550">
                <a:moveTo>
                  <a:pt x="0" y="0"/>
                </a:moveTo>
                <a:lnTo>
                  <a:pt x="12054859" y="0"/>
                </a:lnTo>
                <a:lnTo>
                  <a:pt x="12054859" y="8031550"/>
                </a:lnTo>
                <a:lnTo>
                  <a:pt x="0" y="80315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zh-TW" alt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7A1B5741-CE31-466E-ABD5-A1C823E67499}"/>
              </a:ext>
            </a:extLst>
          </p:cNvPr>
          <p:cNvSpPr txBox="1"/>
          <p:nvPr/>
        </p:nvSpPr>
        <p:spPr>
          <a:xfrm>
            <a:off x="1784798" y="21058661"/>
            <a:ext cx="26911227" cy="1805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9"/>
              </a:lnSpc>
              <a:spcBef>
                <a:spcPct val="0"/>
              </a:spcBef>
            </a:pPr>
            <a:r>
              <a:rPr lang="en-US" sz="3999" dirty="0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XXXXXXXXXXXXXXXXXXXXXXXXXXXXXXXXXXXXXXXXXXXXXXXXXXXXXXXXXXXXXXXXXXXXXXXXXXXXXXXXXXXXXXXXXXXXX</a:t>
            </a:r>
          </a:p>
        </p:txBody>
      </p:sp>
      <p:grpSp>
        <p:nvGrpSpPr>
          <p:cNvPr id="78" name="Group 12">
            <a:extLst>
              <a:ext uri="{FF2B5EF4-FFF2-40B4-BE49-F238E27FC236}">
                <a16:creationId xmlns:a16="http://schemas.microsoft.com/office/drawing/2014/main" id="{CC25FA33-403F-4A34-8526-B24D2280A560}"/>
              </a:ext>
            </a:extLst>
          </p:cNvPr>
          <p:cNvGrpSpPr/>
          <p:nvPr/>
        </p:nvGrpSpPr>
        <p:grpSpPr>
          <a:xfrm>
            <a:off x="1590339" y="32815757"/>
            <a:ext cx="13023348" cy="8455530"/>
            <a:chOff x="0" y="0"/>
            <a:chExt cx="1165431" cy="756667"/>
          </a:xfrm>
        </p:grpSpPr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EE6620CD-ADF9-4D98-A02D-CDABB9CBA646}"/>
                </a:ext>
              </a:extLst>
            </p:cNvPr>
            <p:cNvSpPr/>
            <p:nvPr/>
          </p:nvSpPr>
          <p:spPr>
            <a:xfrm>
              <a:off x="0" y="0"/>
              <a:ext cx="1165431" cy="756667"/>
            </a:xfrm>
            <a:custGeom>
              <a:avLst/>
              <a:gdLst/>
              <a:ahLst/>
              <a:cxnLst/>
              <a:rect l="l" t="t" r="r" b="b"/>
              <a:pathLst>
                <a:path w="1165431" h="756667">
                  <a:moveTo>
                    <a:pt x="0" y="0"/>
                  </a:moveTo>
                  <a:lnTo>
                    <a:pt x="1165431" y="0"/>
                  </a:lnTo>
                  <a:lnTo>
                    <a:pt x="1165431" y="756667"/>
                  </a:lnTo>
                  <a:lnTo>
                    <a:pt x="0" y="756667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0" name="TextBox 14">
              <a:extLst>
                <a:ext uri="{FF2B5EF4-FFF2-40B4-BE49-F238E27FC236}">
                  <a16:creationId xmlns:a16="http://schemas.microsoft.com/office/drawing/2014/main" id="{95CEAA70-5A5D-4E8E-B01B-33237C184CF5}"/>
                </a:ext>
              </a:extLst>
            </p:cNvPr>
            <p:cNvSpPr txBox="1"/>
            <p:nvPr/>
          </p:nvSpPr>
          <p:spPr>
            <a:xfrm>
              <a:off x="0" y="-238125"/>
              <a:ext cx="1165431" cy="994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400"/>
                </a:lnSpc>
              </a:pPr>
              <a:endParaRPr/>
            </a:p>
          </p:txBody>
        </p:sp>
      </p:grpSp>
      <p:grpSp>
        <p:nvGrpSpPr>
          <p:cNvPr id="81" name="Group 15">
            <a:extLst>
              <a:ext uri="{FF2B5EF4-FFF2-40B4-BE49-F238E27FC236}">
                <a16:creationId xmlns:a16="http://schemas.microsoft.com/office/drawing/2014/main" id="{5143EDC1-2B7E-448C-B522-28FA693B3402}"/>
              </a:ext>
            </a:extLst>
          </p:cNvPr>
          <p:cNvGrpSpPr/>
          <p:nvPr/>
        </p:nvGrpSpPr>
        <p:grpSpPr>
          <a:xfrm>
            <a:off x="2327842" y="32257924"/>
            <a:ext cx="3922496" cy="1165537"/>
            <a:chOff x="0" y="0"/>
            <a:chExt cx="445343" cy="132330"/>
          </a:xfrm>
        </p:grpSpPr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1020D731-9AD7-4E0E-8F0B-2EFF50BCC71B}"/>
                </a:ext>
              </a:extLst>
            </p:cNvPr>
            <p:cNvSpPr/>
            <p:nvPr/>
          </p:nvSpPr>
          <p:spPr>
            <a:xfrm>
              <a:off x="0" y="0"/>
              <a:ext cx="445343" cy="132330"/>
            </a:xfrm>
            <a:custGeom>
              <a:avLst/>
              <a:gdLst/>
              <a:ahLst/>
              <a:cxnLst/>
              <a:rect l="l" t="t" r="r" b="b"/>
              <a:pathLst>
                <a:path w="445343" h="132330">
                  <a:moveTo>
                    <a:pt x="0" y="0"/>
                  </a:moveTo>
                  <a:lnTo>
                    <a:pt x="445343" y="0"/>
                  </a:lnTo>
                  <a:lnTo>
                    <a:pt x="445343" y="132330"/>
                  </a:lnTo>
                  <a:lnTo>
                    <a:pt x="0" y="132330"/>
                  </a:lnTo>
                  <a:close/>
                </a:path>
              </a:pathLst>
            </a:custGeom>
            <a:solidFill>
              <a:srgbClr val="D32626"/>
            </a:solidFill>
          </p:spPr>
        </p:sp>
        <p:sp>
          <p:nvSpPr>
            <p:cNvPr id="83" name="TextBox 17">
              <a:extLst>
                <a:ext uri="{FF2B5EF4-FFF2-40B4-BE49-F238E27FC236}">
                  <a16:creationId xmlns:a16="http://schemas.microsoft.com/office/drawing/2014/main" id="{F2A881C2-910D-434D-8BE4-50D1E6F25EF1}"/>
                </a:ext>
              </a:extLst>
            </p:cNvPr>
            <p:cNvSpPr txBox="1"/>
            <p:nvPr/>
          </p:nvSpPr>
          <p:spPr>
            <a:xfrm>
              <a:off x="0" y="0"/>
              <a:ext cx="445343" cy="132330"/>
            </a:xfrm>
            <a:prstGeom prst="rect">
              <a:avLst/>
            </a:prstGeom>
          </p:spPr>
          <p:txBody>
            <a:bodyPr lIns="14703" tIns="14703" rIns="14703" bIns="14703" rtlCol="0" anchor="ctr"/>
            <a:lstStyle/>
            <a:p>
              <a:pPr algn="ctr">
                <a:lnSpc>
                  <a:spcPts val="75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核心功能</a:t>
              </a:r>
              <a:endParaRPr lang="en-US" sz="5400" dirty="0">
                <a:solidFill>
                  <a:srgbClr val="FFFFFF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</p:grpSp>
      <p:sp>
        <p:nvSpPr>
          <p:cNvPr id="84" name="TextBox 38">
            <a:extLst>
              <a:ext uri="{FF2B5EF4-FFF2-40B4-BE49-F238E27FC236}">
                <a16:creationId xmlns:a16="http://schemas.microsoft.com/office/drawing/2014/main" id="{13A0E5C6-AAAE-45E8-A794-7BFDB12E50B8}"/>
              </a:ext>
            </a:extLst>
          </p:cNvPr>
          <p:cNvSpPr txBox="1"/>
          <p:nvPr/>
        </p:nvSpPr>
        <p:spPr>
          <a:xfrm>
            <a:off x="2327842" y="33652062"/>
            <a:ext cx="10331346" cy="709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王漢宗特黑體"/>
                <a:ea typeface="王漢宗特黑體"/>
                <a:cs typeface="王漢宗特黑體"/>
                <a:sym typeface="王漢宗特黑體"/>
              </a:rPr>
              <a:t>XXXXXXXXXXXXXXXXXXXXXXXXXXXXXXXXXXXXXXXXXXXXXXXXXXXXXXXXXXXXXXXXXXXXXXXXXXXXXXXXXXXXXXXXXXXXXXXXXXXXXXXXXXXXXXXXXXXXXXXXXXXXXXXXXXXXXXXXXXXXXXXXXXXXXXXXXXXXXXXXXXXXXXXXXXXXXXXXXXXXXXXXXXXXXXXXXXXXXXXXXXXXXXXXXXXXXXXXXXXXXXXXXXXXXXXXXX</a:t>
            </a:r>
          </a:p>
        </p:txBody>
      </p:sp>
      <p:grpSp>
        <p:nvGrpSpPr>
          <p:cNvPr id="85" name="Group 27">
            <a:extLst>
              <a:ext uri="{FF2B5EF4-FFF2-40B4-BE49-F238E27FC236}">
                <a16:creationId xmlns:a16="http://schemas.microsoft.com/office/drawing/2014/main" id="{1F14F6B1-F4A3-4F42-BE99-1ED9FA3D9125}"/>
              </a:ext>
            </a:extLst>
          </p:cNvPr>
          <p:cNvGrpSpPr/>
          <p:nvPr/>
        </p:nvGrpSpPr>
        <p:grpSpPr>
          <a:xfrm>
            <a:off x="15043437" y="32840693"/>
            <a:ext cx="14437256" cy="8430594"/>
            <a:chOff x="0" y="0"/>
            <a:chExt cx="1291959" cy="754436"/>
          </a:xfrm>
        </p:grpSpPr>
        <p:sp>
          <p:nvSpPr>
            <p:cNvPr id="86" name="Freeform 28">
              <a:extLst>
                <a:ext uri="{FF2B5EF4-FFF2-40B4-BE49-F238E27FC236}">
                  <a16:creationId xmlns:a16="http://schemas.microsoft.com/office/drawing/2014/main" id="{F18D7195-2EAC-4CA3-A999-4471522582F2}"/>
                </a:ext>
              </a:extLst>
            </p:cNvPr>
            <p:cNvSpPr/>
            <p:nvPr/>
          </p:nvSpPr>
          <p:spPr>
            <a:xfrm>
              <a:off x="0" y="0"/>
              <a:ext cx="1291959" cy="754436"/>
            </a:xfrm>
            <a:custGeom>
              <a:avLst/>
              <a:gdLst/>
              <a:ahLst/>
              <a:cxnLst/>
              <a:rect l="l" t="t" r="r" b="b"/>
              <a:pathLst>
                <a:path w="1291959" h="754436">
                  <a:moveTo>
                    <a:pt x="0" y="0"/>
                  </a:moveTo>
                  <a:lnTo>
                    <a:pt x="1291959" y="0"/>
                  </a:lnTo>
                  <a:lnTo>
                    <a:pt x="1291959" y="754436"/>
                  </a:lnTo>
                  <a:lnTo>
                    <a:pt x="0" y="75443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7" name="TextBox 29">
              <a:extLst>
                <a:ext uri="{FF2B5EF4-FFF2-40B4-BE49-F238E27FC236}">
                  <a16:creationId xmlns:a16="http://schemas.microsoft.com/office/drawing/2014/main" id="{33039C11-3A1A-446D-9087-40EBE0F27B6D}"/>
                </a:ext>
              </a:extLst>
            </p:cNvPr>
            <p:cNvSpPr txBox="1"/>
            <p:nvPr/>
          </p:nvSpPr>
          <p:spPr>
            <a:xfrm>
              <a:off x="0" y="-238125"/>
              <a:ext cx="1291959" cy="9925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400"/>
                </a:lnSpc>
              </a:pPr>
              <a:endParaRPr/>
            </a:p>
          </p:txBody>
        </p:sp>
      </p:grpSp>
      <p:grpSp>
        <p:nvGrpSpPr>
          <p:cNvPr id="88" name="Group 30">
            <a:extLst>
              <a:ext uri="{FF2B5EF4-FFF2-40B4-BE49-F238E27FC236}">
                <a16:creationId xmlns:a16="http://schemas.microsoft.com/office/drawing/2014/main" id="{4E455582-91FC-480C-B1B8-B59EA1BA89A5}"/>
              </a:ext>
            </a:extLst>
          </p:cNvPr>
          <p:cNvGrpSpPr/>
          <p:nvPr/>
        </p:nvGrpSpPr>
        <p:grpSpPr>
          <a:xfrm>
            <a:off x="15841698" y="32257924"/>
            <a:ext cx="3922496" cy="1165537"/>
            <a:chOff x="0" y="0"/>
            <a:chExt cx="445343" cy="132330"/>
          </a:xfrm>
        </p:grpSpPr>
        <p:sp>
          <p:nvSpPr>
            <p:cNvPr id="89" name="Freeform 31">
              <a:extLst>
                <a:ext uri="{FF2B5EF4-FFF2-40B4-BE49-F238E27FC236}">
                  <a16:creationId xmlns:a16="http://schemas.microsoft.com/office/drawing/2014/main" id="{1230363A-5702-401C-B2ED-2F96412EF369}"/>
                </a:ext>
              </a:extLst>
            </p:cNvPr>
            <p:cNvSpPr/>
            <p:nvPr/>
          </p:nvSpPr>
          <p:spPr>
            <a:xfrm>
              <a:off x="0" y="0"/>
              <a:ext cx="445343" cy="132330"/>
            </a:xfrm>
            <a:custGeom>
              <a:avLst/>
              <a:gdLst/>
              <a:ahLst/>
              <a:cxnLst/>
              <a:rect l="l" t="t" r="r" b="b"/>
              <a:pathLst>
                <a:path w="445343" h="132330">
                  <a:moveTo>
                    <a:pt x="0" y="0"/>
                  </a:moveTo>
                  <a:lnTo>
                    <a:pt x="445343" y="0"/>
                  </a:lnTo>
                  <a:lnTo>
                    <a:pt x="445343" y="132330"/>
                  </a:lnTo>
                  <a:lnTo>
                    <a:pt x="0" y="132330"/>
                  </a:lnTo>
                  <a:close/>
                </a:path>
              </a:pathLst>
            </a:custGeom>
            <a:solidFill>
              <a:srgbClr val="D32626"/>
            </a:solidFill>
          </p:spPr>
        </p:sp>
        <p:sp>
          <p:nvSpPr>
            <p:cNvPr id="90" name="TextBox 32">
              <a:extLst>
                <a:ext uri="{FF2B5EF4-FFF2-40B4-BE49-F238E27FC236}">
                  <a16:creationId xmlns:a16="http://schemas.microsoft.com/office/drawing/2014/main" id="{069C8516-7931-46E0-8B6B-888D91D64A28}"/>
                </a:ext>
              </a:extLst>
            </p:cNvPr>
            <p:cNvSpPr txBox="1"/>
            <p:nvPr/>
          </p:nvSpPr>
          <p:spPr>
            <a:xfrm>
              <a:off x="0" y="0"/>
              <a:ext cx="445343" cy="132330"/>
            </a:xfrm>
            <a:prstGeom prst="rect">
              <a:avLst/>
            </a:prstGeom>
          </p:spPr>
          <p:txBody>
            <a:bodyPr lIns="14703" tIns="14703" rIns="14703" bIns="14703" rtlCol="0" anchor="ctr"/>
            <a:lstStyle/>
            <a:p>
              <a:pPr algn="ctr">
                <a:lnSpc>
                  <a:spcPts val="7560"/>
                </a:lnSpc>
              </a:pPr>
              <a:r>
                <a:rPr lang="en-US" sz="5400" dirty="0" err="1">
                  <a:solidFill>
                    <a:srgbClr val="FFFFFF"/>
                  </a:solidFill>
                  <a:latin typeface="王漢宗特黑體"/>
                  <a:ea typeface="王漢宗特黑體"/>
                  <a:cs typeface="王漢宗特黑體"/>
                  <a:sym typeface="王漢宗特黑體"/>
                </a:rPr>
                <a:t>完成產品</a:t>
              </a:r>
              <a:endParaRPr lang="en-US" sz="5400" dirty="0">
                <a:solidFill>
                  <a:srgbClr val="FFFFFF"/>
                </a:solidFill>
                <a:latin typeface="王漢宗特黑體"/>
                <a:ea typeface="王漢宗特黑體"/>
                <a:cs typeface="王漢宗特黑體"/>
                <a:sym typeface="王漢宗特黑體"/>
              </a:endParaRPr>
            </a:p>
          </p:txBody>
        </p:sp>
      </p:grpSp>
      <p:sp>
        <p:nvSpPr>
          <p:cNvPr id="91" name="Freeform 37">
            <a:extLst>
              <a:ext uri="{FF2B5EF4-FFF2-40B4-BE49-F238E27FC236}">
                <a16:creationId xmlns:a16="http://schemas.microsoft.com/office/drawing/2014/main" id="{4C17088F-0E5F-4218-AED4-7CA87A893BBF}"/>
              </a:ext>
            </a:extLst>
          </p:cNvPr>
          <p:cNvSpPr/>
          <p:nvPr/>
        </p:nvSpPr>
        <p:spPr>
          <a:xfrm>
            <a:off x="19764194" y="34871262"/>
            <a:ext cx="5117893" cy="5487020"/>
          </a:xfrm>
          <a:custGeom>
            <a:avLst/>
            <a:gdLst/>
            <a:ahLst/>
            <a:cxnLst/>
            <a:rect l="l" t="t" r="r" b="b"/>
            <a:pathLst>
              <a:path w="5117893" h="5487020">
                <a:moveTo>
                  <a:pt x="0" y="0"/>
                </a:moveTo>
                <a:lnTo>
                  <a:pt x="5117893" y="0"/>
                </a:lnTo>
                <a:lnTo>
                  <a:pt x="5117893" y="5487019"/>
                </a:lnTo>
                <a:lnTo>
                  <a:pt x="0" y="5487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83873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</TotalTime>
  <Words>47</Words>
  <Application>Microsoft Office PowerPoint</Application>
  <PresentationFormat>自訂</PresentationFormat>
  <Paragraphs>17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Noto Sans TC</vt:lpstr>
      <vt:lpstr>王漢宗特黑體</vt:lpstr>
      <vt:lpstr>Arial</vt:lpstr>
      <vt:lpstr>Calibri</vt:lpstr>
      <vt:lpstr>Calibri Light</vt:lpstr>
      <vt:lpstr>Wingdings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政廷 劉</cp:lastModifiedBy>
  <cp:revision>7</cp:revision>
  <cp:lastPrinted>2025-11-12T07:48:01Z</cp:lastPrinted>
  <dcterms:created xsi:type="dcterms:W3CDTF">2023-11-27T04:37:24Z</dcterms:created>
  <dcterms:modified xsi:type="dcterms:W3CDTF">2026-04-01T12:27:04Z</dcterms:modified>
</cp:coreProperties>
</file>